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4" r:id="rId1"/>
  </p:sldMasterIdLst>
  <p:notesMasterIdLst>
    <p:notesMasterId r:id="rId57"/>
  </p:notesMasterIdLst>
  <p:sldIdLst>
    <p:sldId id="256" r:id="rId2"/>
    <p:sldId id="258" r:id="rId3"/>
    <p:sldId id="313" r:id="rId4"/>
    <p:sldId id="257" r:id="rId5"/>
    <p:sldId id="266" r:id="rId6"/>
    <p:sldId id="261" r:id="rId7"/>
    <p:sldId id="391" r:id="rId8"/>
    <p:sldId id="392" r:id="rId9"/>
    <p:sldId id="393" r:id="rId10"/>
    <p:sldId id="394" r:id="rId11"/>
    <p:sldId id="316" r:id="rId12"/>
    <p:sldId id="315" r:id="rId13"/>
    <p:sldId id="314" r:id="rId14"/>
    <p:sldId id="395" r:id="rId15"/>
    <p:sldId id="270" r:id="rId16"/>
    <p:sldId id="271" r:id="rId17"/>
    <p:sldId id="272" r:id="rId18"/>
    <p:sldId id="273" r:id="rId19"/>
    <p:sldId id="274" r:id="rId20"/>
    <p:sldId id="275" r:id="rId21"/>
    <p:sldId id="369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31" r:id="rId30"/>
    <p:sldId id="333" r:id="rId31"/>
    <p:sldId id="342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88" r:id="rId40"/>
    <p:sldId id="389" r:id="rId41"/>
    <p:sldId id="343" r:id="rId42"/>
    <p:sldId id="374" r:id="rId43"/>
    <p:sldId id="375" r:id="rId44"/>
    <p:sldId id="376" r:id="rId45"/>
    <p:sldId id="377" r:id="rId46"/>
    <p:sldId id="378" r:id="rId47"/>
    <p:sldId id="380" r:id="rId48"/>
    <p:sldId id="292" r:id="rId49"/>
    <p:sldId id="319" r:id="rId50"/>
    <p:sldId id="308" r:id="rId51"/>
    <p:sldId id="309" r:id="rId52"/>
    <p:sldId id="310" r:id="rId53"/>
    <p:sldId id="373" r:id="rId54"/>
    <p:sldId id="311" r:id="rId55"/>
    <p:sldId id="312" r:id="rId56"/>
  </p:sldIdLst>
  <p:sldSz cx="18288000" cy="10287000"/>
  <p:notesSz cx="10287000" cy="18288000"/>
  <p:embeddedFontLst>
    <p:embeddedFont>
      <p:font typeface="삼성긴고딕 Bold" panose="020B0600000101010101" charset="-127"/>
      <p:regular r:id="rId58"/>
    </p:embeddedFont>
    <p:embeddedFont>
      <p:font typeface="삼성긴고딕 ExtraBold" panose="020B0600000101010101" charset="-127"/>
      <p:regular r:id="rId59"/>
    </p:embeddedFont>
    <p:embeddedFont>
      <p:font typeface="삼성긴고딕 Regular" panose="020B0600000101010101" charset="-127"/>
      <p:regular r:id="rId60"/>
    </p:embeddedFont>
    <p:embeddedFont>
      <p:font typeface="맑은 고딕" panose="020B0503020000020004" pitchFamily="50" charset="-127"/>
      <p:regular r:id="rId61"/>
      <p:bold r:id="rId6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5D8"/>
    <a:srgbClr val="F2F2F2"/>
    <a:srgbClr val="E0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556" autoAdjust="0"/>
  </p:normalViewPr>
  <p:slideViewPr>
    <p:cSldViewPr snapToGrid="0" snapToObjects="1">
      <p:cViewPr varScale="1">
        <p:scale>
          <a:sx n="38" d="100"/>
          <a:sy n="38" d="100"/>
        </p:scale>
        <p:origin x="483" y="3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42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[0:00 · 15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안녕하십니까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C105 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발표를 맡은 조성민입니다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소상공인의 자금 부족을 미리 알려주는 서비스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잔고예보 발표를 시작하겠습니다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[0:15 · 10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발표는 다음과 같은 순서로 진행하겠습니다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813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[0:25 · 5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먼저 영상 및 </a:t>
            </a:r>
            <a:r>
              <a:rPr lang="ko-KR" altLang="en-US" dirty="0" err="1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기획배경입니다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6520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[0:30 · 1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분 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7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  → 1:37 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에 끝난다</a:t>
            </a:r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본격적인 발표에 앞서 기획 배경에 대한 영상 먼저 보시겠습니다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4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[1:37 · 13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2023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년 소상공인 실태조사를 보면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하루 매출에서 카드가 차지하는 비중이</a:t>
            </a: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최대 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95.3%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까지 올라갑니다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거의 전부가 카드라는 뜻입니다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 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그런데 결제가 일어난 것과 현금이 들어온 것은</a:t>
            </a: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같은 날이 아닙니다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이 하나의 시차에서 문제가 시작됩니다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5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[1:50 · 8초]</a:t>
            </a:r>
          </a:p>
          <a:p>
            <a:endParaRPr/>
          </a:p>
          <a:p>
            <a:r>
              <a:t>먼저 결제한 날. 손님이 카드로 150만원을 결제합니다. 매출은 이 순간 발생합니다.</a:t>
            </a:r>
          </a:p>
          <a:p>
            <a:endParaRPr/>
          </a:p>
          <a:p>
            <a:r>
              <a:t>그런데 통장은 그대로 100만원입니다.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6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[1:58 · 7초]</a:t>
            </a:r>
          </a:p>
          <a:p>
            <a:endParaRPr/>
          </a:p>
          <a:p>
            <a:r>
              <a:t>카드사는 영업일 기준 2~3일 뒤에 정산합니다.</a:t>
            </a:r>
          </a:p>
          <a:p>
            <a:endParaRPr/>
          </a:p>
          <a:p>
            <a:r>
              <a:t>돈은 있습니다. 다만 사흘 뒤에야 쓸 수 있는 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7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981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[2:05 · 8초]</a:t>
            </a:r>
          </a:p>
          <a:p>
            <a:endParaRPr/>
          </a:p>
          <a:p>
            <a:r>
              <a:t>그 사이에도 지출은 멈추지 않습니다.</a:t>
            </a:r>
          </a:p>
          <a:p>
            <a:endParaRPr/>
          </a:p>
          <a:p>
            <a:r>
              <a:t>다음 날 재료비 70만원이 나가고, 통장에는 30만원이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8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8147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[2:13 · 10초]</a:t>
            </a:r>
          </a:p>
          <a:p>
            <a:endParaRPr/>
          </a:p>
          <a:p>
            <a:r>
              <a:t>그리고 고정비 지급일입니다. 임차료나 인건비처럼 날짜를 미룰 수 없는 80만원.</a:t>
            </a:r>
          </a:p>
          <a:p>
            <a:endParaRPr/>
          </a:p>
          <a:p>
            <a:r>
              <a:t>여기서 통장이 50만원 모자랍니다.</a:t>
            </a:r>
          </a:p>
          <a:p>
            <a:r>
              <a:t>매출이 없어서가 아니라, 아직 안 들어와서 모자랍니다.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9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832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[2:23 · 12초]</a:t>
            </a:r>
          </a:p>
          <a:p>
            <a:endParaRPr/>
          </a:p>
          <a:p>
            <a:r>
              <a:t>옆을 보시면 돈은 있습니다. 하루 늦게 올 뿐입니다.</a:t>
            </a:r>
          </a:p>
          <a:p>
            <a:endParaRPr/>
          </a:p>
          <a:p>
            <a:r>
              <a:t>저희는 이렇게 매출은 발생했지만 정산 시점과 지출 시점이 어긋나서</a:t>
            </a:r>
          </a:p>
          <a:p>
            <a:r>
              <a:t>자금이 비는 구간을, 정산 공백이라고 정의했습니다.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10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4156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[2:35 · 20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초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]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문제는 이 공백을 비고 나서야 안다는 것입니다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통장을 보고 알면 이미 늦습니다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  <a:p>
            <a:endParaRPr lang="en-US" altLang="ko-KR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그래서 잔고예보는 앞으로 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30</a:t>
            </a:r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일의 잔고를 그려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</a:t>
            </a:r>
          </a:p>
          <a:p>
            <a:r>
              <a: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부족해질 가능성이 높은 날 하나를 미리 짚습니다</a:t>
            </a:r>
            <a:r>
              <a:rPr lang="en-US" altLang="ko-KR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2938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[2:55 · 15초 + 시연 2분]  → 5:10 에 돌아온다</a:t>
            </a:r>
          </a:p>
        </p:txBody>
      </p:sp>
    </p:spTree>
    <p:extLst>
      <p:ext uri="{BB962C8B-B14F-4D97-AF65-F5344CB8AC3E}">
        <p14:creationId xmlns:p14="http://schemas.microsoft.com/office/powerpoint/2010/main" val="3496567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[5:10 · 5초]</a:t>
            </a:r>
          </a:p>
          <a:p>
            <a:endParaRPr/>
          </a:p>
          <a:p>
            <a:r>
              <a:t>방금 보신 화면이 어떻게 움직이고, 어떻게 만들었는지 말씀드리겠습니다.</a:t>
            </a:r>
          </a:p>
        </p:txBody>
      </p:sp>
    </p:spTree>
    <p:extLst>
      <p:ext uri="{BB962C8B-B14F-4D97-AF65-F5344CB8AC3E}">
        <p14:creationId xmlns:p14="http://schemas.microsoft.com/office/powerpoint/2010/main" val="3658066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[5:15 · 10초]</a:t>
            </a:r>
          </a:p>
          <a:p>
            <a:endParaRPr/>
          </a:p>
          <a:p>
            <a:r>
              <a:t>동작 구조, 예측 그래프, 시나리오, 신고서 작성. 이 순서로 보겠습니다.</a:t>
            </a:r>
          </a:p>
          <a:p>
            <a:endParaRPr/>
          </a:p>
          <a:p>
            <a:r>
              <a:t>먼저 거래 하나가 어떻게 곡선이 되는지, 여섯 단계로 보여드리겠습니다.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[5:25 · 10초]</a:t>
            </a:r>
          </a:p>
          <a:p>
            <a:endParaRPr/>
          </a:p>
          <a:p>
            <a:r>
              <a:t>시작은 입력입니다. 사업용 계좌의 거래내역과, 사장님이 올린 영수증.</a:t>
            </a:r>
          </a:p>
          <a:p>
            <a:endParaRPr/>
          </a:p>
          <a:p>
            <a:r>
              <a:t>가공하지 않은 이 두 가지가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15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[5:35 · 15초]</a:t>
            </a:r>
          </a:p>
          <a:p>
            <a:endParaRPr/>
          </a:p>
          <a:p>
            <a:r>
              <a:t>여기서 먼저 반복 패턴을 찾습니다.</a:t>
            </a:r>
          </a:p>
          <a:p>
            <a:r>
              <a:t>매달 5일 임차료, 매주 들어오는 카드 정산처럼 날짜와 금액이 규칙적인 거래입니다.</a:t>
            </a:r>
          </a:p>
          <a:p>
            <a:endParaRPr/>
          </a:p>
          <a:p>
            <a:r>
              <a:t>이건 모델이 아니라 규칙으로 잡습니다. 규칙으로 되는 걸 모델에 맡기지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16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[5:50 · 15초]</a:t>
            </a:r>
          </a:p>
          <a:p>
            <a:endParaRPr/>
          </a:p>
          <a:p>
            <a:r>
              <a:t>규칙으로 설명되고 남은 부분을 잔여라고 부릅니다.</a:t>
            </a:r>
          </a:p>
          <a:p>
            <a:endParaRPr/>
          </a:p>
          <a:p>
            <a:r>
              <a:t>실제 거래에서 규칙이 설명한 것을 뺀 나머지.</a:t>
            </a:r>
          </a:p>
          <a:p>
            <a:r>
              <a:t>식자재 구매나 갑작스러운 수리처럼 날짜도 금액도 들쭉날쭉한 것들이 여기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17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[6:05 · 15초]</a:t>
            </a:r>
          </a:p>
          <a:p>
            <a:endParaRPr/>
          </a:p>
          <a:p>
            <a:r>
              <a:t>그 잔여만 딥러닝 모델이 맡습니다. residual-gru입니다.</a:t>
            </a:r>
          </a:p>
          <a:p>
            <a:endParaRPr/>
          </a:p>
          <a:p>
            <a:r>
              <a:t>그리고 값 하나만을 구하는 게 아닙니다.</a:t>
            </a:r>
          </a:p>
          <a:p>
            <a:r>
              <a:t>하루치를 q20, q50, q80 — 세 개의 분위로 내고, 그걸 30일 동안 냅니다.</a:t>
            </a:r>
          </a:p>
          <a:p>
            <a:endParaRPr/>
          </a:p>
          <a:p>
            <a:r>
              <a:t>예측은 점이 아니라 범위여야 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18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[6:20 · 15초]</a:t>
            </a:r>
          </a:p>
          <a:p>
            <a:endParaRPr/>
          </a:p>
          <a:p>
            <a:r>
              <a:t>규칙과 잔여를 합쳐 잔액 곡선을 만듭니다. 계산은 더하고 빼기뿐입니다.</a:t>
            </a:r>
          </a:p>
          <a:p>
            <a:endParaRPr/>
          </a:p>
          <a:p>
            <a:r>
              <a:t>시작 잔액에 그날까지의 입금을 더하고 지출을 뺍니다.</a:t>
            </a:r>
          </a:p>
          <a:p>
            <a:endParaRPr/>
          </a:p>
          <a:p>
            <a:r>
              <a:t>금액 계산은 전부 백엔드 엔진이 합니다.</a:t>
            </a:r>
          </a:p>
          <a:p>
            <a:r>
              <a:t>모델은 잔여만 만들고, 더하고 빼는 건 코드가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19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[6:35 · 10초]</a:t>
            </a:r>
          </a:p>
          <a:p>
            <a:endParaRPr/>
          </a:p>
          <a:p>
            <a:r>
              <a:t>같은 곡선 위에 세 개의 창구를 올렸습니다. 예보, 시나리오, 증빙입니다.</a:t>
            </a:r>
          </a:p>
          <a:p>
            <a:endParaRPr/>
          </a:p>
          <a:p>
            <a:r>
              <a:t>앞서 화면으로 보신 것들입니다.</a:t>
            </a:r>
          </a:p>
          <a:p>
            <a:r>
              <a:t>이제 하나씩 어떻게 만들었는지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20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[6:45 · 5초]</a:t>
            </a:r>
          </a:p>
          <a:p>
            <a:endParaRPr/>
          </a:p>
          <a:p>
            <a:r>
              <a:t>다음은 예측 그래프입니다.</a:t>
            </a:r>
          </a:p>
        </p:txBody>
      </p:sp>
    </p:spTree>
    <p:extLst>
      <p:ext uri="{BB962C8B-B14F-4D97-AF65-F5344CB8AC3E}">
        <p14:creationId xmlns:p14="http://schemas.microsoft.com/office/powerpoint/2010/main" val="2767829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[6:50 · 10초]</a:t>
            </a:r>
          </a:p>
          <a:p>
            <a:endParaRPr/>
          </a:p>
          <a:p>
            <a:r>
              <a:t>예측 그래프는 네 갈래로 이루어집니다.</a:t>
            </a:r>
          </a:p>
          <a:p>
            <a:r>
              <a:t>카드 정산, 임차료, 매출, 그리고 잔여입니다.</a:t>
            </a:r>
          </a:p>
        </p:txBody>
      </p:sp>
    </p:spTree>
    <p:extLst>
      <p:ext uri="{BB962C8B-B14F-4D97-AF65-F5344CB8AC3E}">
        <p14:creationId xmlns:p14="http://schemas.microsoft.com/office/powerpoint/2010/main" val="3816897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[7:00 · 15초]</a:t>
            </a:r>
          </a:p>
          <a:p>
            <a:endParaRPr/>
          </a:p>
          <a:p>
            <a:r>
              <a:t>앞의 셋은 모양이 뚜렷합니다.</a:t>
            </a:r>
          </a:p>
          <a:p>
            <a:r>
              <a:t>카드 정산은 주기적으로 튀고, 임차료는 월에 한 번 크게 떨어지고,</a:t>
            </a:r>
          </a:p>
          <a:p>
            <a:r>
              <a:t>매출은 완만하게 올라갑니다.</a:t>
            </a:r>
          </a:p>
          <a:p>
            <a:endParaRPr/>
          </a:p>
          <a:p>
            <a:r>
              <a:t>오른쪽 잔여만 모양이 불규칙합니다.</a:t>
            </a:r>
          </a:p>
        </p:txBody>
      </p:sp>
    </p:spTree>
    <p:extLst>
      <p:ext uri="{BB962C8B-B14F-4D97-AF65-F5344CB8AC3E}">
        <p14:creationId xmlns:p14="http://schemas.microsoft.com/office/powerpoint/2010/main" val="3749686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[7:15 · 15초]</a:t>
            </a:r>
          </a:p>
          <a:p>
            <a:endParaRPr/>
          </a:p>
          <a:p>
            <a:r>
              <a:t>그래서 앞의 셋은 반복으로 묶어 규칙이 계산합니다.</a:t>
            </a:r>
          </a:p>
          <a:p>
            <a:endParaRPr/>
          </a:p>
          <a:p>
            <a:r>
              <a:t>잔여 쪽은 모델이 맡습니다.</a:t>
            </a:r>
          </a:p>
        </p:txBody>
      </p:sp>
    </p:spTree>
    <p:extLst>
      <p:ext uri="{BB962C8B-B14F-4D97-AF65-F5344CB8AC3E}">
        <p14:creationId xmlns:p14="http://schemas.microsoft.com/office/powerpoint/2010/main" val="1109393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[7:30 · 20초]</a:t>
            </a:r>
          </a:p>
          <a:p>
            <a:endParaRPr/>
          </a:p>
          <a:p>
            <a:r>
              <a:t>둘을 합치면 30일 곡선이 나옵니다.</a:t>
            </a:r>
          </a:p>
          <a:p>
            <a:endParaRPr/>
          </a:p>
          <a:p>
            <a:r>
              <a:t>0원선 아래로 내려앉은 이 구간이 잔액 공백입니다.</a:t>
            </a:r>
          </a:p>
          <a:p>
            <a:endParaRPr/>
          </a:p>
          <a:p>
            <a:r>
              <a:t>며칠부터 며칠까지, 얼마나 깊게 비는지가 이 띠 하나에 다 들어 있습니다.</a:t>
            </a:r>
          </a:p>
          <a:p>
            <a:endParaRPr/>
          </a:p>
          <a:p>
            <a:r>
              <a:t>저희가 사장님께 보여드리려는 건 결국 이것입니다.</a:t>
            </a:r>
          </a:p>
        </p:txBody>
      </p:sp>
    </p:spTree>
    <p:extLst>
      <p:ext uri="{BB962C8B-B14F-4D97-AF65-F5344CB8AC3E}">
        <p14:creationId xmlns:p14="http://schemas.microsoft.com/office/powerpoint/2010/main" val="343852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[7:50 · 15초]</a:t>
            </a:r>
          </a:p>
          <a:p>
            <a:endParaRPr/>
          </a:p>
          <a:p>
            <a:r>
              <a:t>실제 원장으로 보겠습니다. 거래 아홉 건입니다.</a:t>
            </a:r>
          </a:p>
          <a:p>
            <a:endParaRPr/>
          </a:p>
          <a:p>
            <a:r>
              <a:t>임차료와 신한카드 정산이 여러 번 반복되고,</a:t>
            </a:r>
          </a:p>
          <a:p>
            <a:r>
              <a:t>식자재 마트, 화재 수리, 소모품이 섞여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5848721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[8:05 · 20초]</a:t>
            </a:r>
          </a:p>
          <a:p>
            <a:endParaRPr/>
          </a:p>
          <a:p>
            <a:r>
              <a:t>여기서 반복을 걸러냅니다. 조건은 셋입니다.</a:t>
            </a:r>
          </a:p>
          <a:p>
            <a:endParaRPr/>
          </a:p>
          <a:p>
            <a:r>
              <a:t>같은 거래처일 것</a:t>
            </a:r>
          </a:p>
          <a:p>
            <a:r>
              <a:t>세 번 이상 나올 것</a:t>
            </a:r>
          </a:p>
          <a:p>
            <a:r>
              <a:t>주기가 일정할 것</a:t>
            </a:r>
          </a:p>
          <a:p>
            <a:endParaRPr/>
          </a:p>
          <a:p>
            <a:r>
              <a:t>세 조건을 통과한 임차료와 카드 정산이 규칙으로 빠집니다.</a:t>
            </a:r>
          </a:p>
        </p:txBody>
      </p:sp>
    </p:spTree>
    <p:extLst>
      <p:ext uri="{BB962C8B-B14F-4D97-AF65-F5344CB8AC3E}">
        <p14:creationId xmlns:p14="http://schemas.microsoft.com/office/powerpoint/2010/main" val="15475763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[8:25 · 25초]</a:t>
            </a:r>
          </a:p>
          <a:p>
            <a:endParaRPr/>
          </a:p>
          <a:p>
            <a:r>
              <a:t>남은 건 식자재 마트, 화재 수리, 소모품 — 세 건입니다. 이게 잔여입니다.</a:t>
            </a:r>
          </a:p>
          <a:p>
            <a:endParaRPr/>
          </a:p>
          <a:p>
            <a:r>
              <a:t>이걸 residual-gru에 넣습니다. 나오는 건 값 하나가 아니라 세 개입니다.</a:t>
            </a:r>
          </a:p>
          <a:p>
            <a:r>
              <a:t>적게 봤을 때, 중간값, 많이 봤을 때.</a:t>
            </a:r>
          </a:p>
          <a:p>
            <a:endParaRPr/>
          </a:p>
          <a:p>
            <a:r>
              <a:t>값 하나를 맞히지 않고, 하루치 범위를 냅니다.</a:t>
            </a:r>
          </a:p>
        </p:txBody>
      </p:sp>
    </p:spTree>
    <p:extLst>
      <p:ext uri="{BB962C8B-B14F-4D97-AF65-F5344CB8AC3E}">
        <p14:creationId xmlns:p14="http://schemas.microsoft.com/office/powerpoint/2010/main" val="7577383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[8:50 · 30초]</a:t>
            </a:r>
          </a:p>
          <a:p>
            <a:endParaRPr/>
          </a:p>
          <a:p>
            <a:r>
              <a:t>왜 이 모델을 골랐는지 말씀드리겠습니다.</a:t>
            </a:r>
          </a:p>
          <a:p>
            <a:endParaRPr/>
          </a:p>
          <a:p>
            <a:r>
              <a:t>왼쪽은 아마존이 공개한 시계열 모델 Chronos를 저희 데이터로 파인튜닝한 것입니다.</a:t>
            </a:r>
          </a:p>
          <a:p>
            <a:r>
              <a:t>오른쪽 점 하나가 저희 residual-gru입니다. 크기가 약 540배 차이 납니다.</a:t>
            </a:r>
          </a:p>
          <a:p>
            <a:endParaRPr/>
          </a:p>
          <a:p>
            <a:r>
              <a:t>그런데 공백을 짚는 성적은 똑같았습니다.</a:t>
            </a:r>
          </a:p>
          <a:p>
            <a:endParaRPr/>
          </a:p>
          <a:p>
            <a:r>
              <a:t>성적이 같으면 남는 기준은 서버입니다.</a:t>
            </a:r>
          </a:p>
          <a:p>
            <a:r>
              <a:t>저쪽은 GPU가 있어야 돌고, 저희 모델은 GPU 없는 서버에서 0.01초에 끝납니다.</a:t>
            </a:r>
          </a:p>
          <a:p>
            <a:r>
              <a:t>같은 성적이면, 작은 쪽을 골랐습니다.</a:t>
            </a:r>
          </a:p>
        </p:txBody>
      </p:sp>
    </p:spTree>
    <p:extLst>
      <p:ext uri="{BB962C8B-B14F-4D97-AF65-F5344CB8AC3E}">
        <p14:creationId xmlns:p14="http://schemas.microsoft.com/office/powerpoint/2010/main" val="4526388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[9:20 · 30초]</a:t>
            </a:r>
          </a:p>
          <a:p>
            <a:endParaRPr/>
          </a:p>
          <a:p>
            <a:r>
              <a:t>같은 데이터에 모델만 끄고 켜 본 결과입니다.</a:t>
            </a:r>
          </a:p>
          <a:p>
            <a:endParaRPr/>
          </a:p>
          <a:p>
            <a:r>
              <a:t>점선이 실제입니다. 11일째에 실제로 잔고가 크게 떨어집니다.</a:t>
            </a:r>
          </a:p>
          <a:p>
            <a:endParaRPr/>
          </a:p>
          <a:p>
            <a:r>
              <a:t>회색이 모델 없이 예정 거래만 쓴 곡선입니다.</a:t>
            </a:r>
          </a:p>
          <a:p>
            <a:r>
              <a:t>모델이 꺼진 쪽은 이 하강을 못 봅니다.</a:t>
            </a:r>
          </a:p>
          <a:p>
            <a:endParaRPr/>
          </a:p>
          <a:p>
            <a:r>
              <a:t>초록 실선이 모델을 켠 곡선입니다. 켜진 쪽은 같이 내려갑니다.</a:t>
            </a:r>
          </a:p>
          <a:p>
            <a:endParaRPr/>
          </a:p>
          <a:p>
            <a:r>
              <a:t>이번 한 번만 그런 게 아닙니다.</a:t>
            </a:r>
          </a:p>
          <a:p>
            <a:r>
              <a:t>실제로 잔고가 빈 34번을 모두 돌려 보면, 모델을 끄면 6번, 켜면 22번을 미리 잡습니다.</a:t>
            </a:r>
          </a:p>
          <a:p>
            <a:r>
              <a:t>끈 쪽만 잡은 경우는 한 번도 없었습니다.</a:t>
            </a:r>
          </a:p>
          <a:p>
            <a:endParaRPr/>
          </a:p>
          <a:p>
            <a:r>
              <a:t>잔여를 모델에 맡긴 이유가 이 숫자입니다.</a:t>
            </a:r>
          </a:p>
        </p:txBody>
      </p:sp>
    </p:spTree>
    <p:extLst>
      <p:ext uri="{BB962C8B-B14F-4D97-AF65-F5344CB8AC3E}">
        <p14:creationId xmlns:p14="http://schemas.microsoft.com/office/powerpoint/2010/main" val="35695462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[9:50 · 5초]</a:t>
            </a:r>
          </a:p>
          <a:p>
            <a:endParaRPr/>
          </a:p>
          <a:p>
            <a:r>
              <a:t>다음은 시나리오입니다.</a:t>
            </a:r>
          </a:p>
        </p:txBody>
      </p:sp>
    </p:spTree>
    <p:extLst>
      <p:ext uri="{BB962C8B-B14F-4D97-AF65-F5344CB8AC3E}">
        <p14:creationId xmlns:p14="http://schemas.microsoft.com/office/powerpoint/2010/main" val="16033048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[9:55 · 20초]</a:t>
            </a:r>
          </a:p>
          <a:p>
            <a:endParaRPr/>
          </a:p>
          <a:p>
            <a:r>
              <a:t>가정은 여덟 가지를 넣을 수 있습니다.</a:t>
            </a:r>
          </a:p>
          <a:p>
            <a:endParaRPr/>
          </a:p>
          <a:p>
            <a:r>
              <a:t>정산 지연, 입금 감소, 추가 지출, 추가 입금,</a:t>
            </a:r>
          </a:p>
          <a:p>
            <a:r>
              <a:t>지출일 변경, 매출 변화, 상품별 매출, 대출 실행.</a:t>
            </a:r>
          </a:p>
          <a:p>
            <a:endParaRPr/>
          </a:p>
          <a:p>
            <a:r>
              <a:t>이 중 두 개를 예로 보겠습니다.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[10:15 · 20초]</a:t>
            </a:r>
          </a:p>
          <a:p>
            <a:endParaRPr/>
          </a:p>
          <a:p>
            <a:r>
              <a:t>먼저 정산 지연입니다.</a:t>
            </a:r>
          </a:p>
          <a:p>
            <a:endParaRPr/>
          </a:p>
          <a:p>
            <a:r>
              <a:t>시나리오는 빈 상태에서 시작하지 않습니다.</a:t>
            </a:r>
          </a:p>
          <a:p>
            <a:r>
              <a:t>최신 완료 예측의 원장 스냅샷을 그대로 가져옵니다.</a:t>
            </a:r>
          </a:p>
          <a:p>
            <a:endParaRPr/>
          </a:p>
          <a:p>
            <a:r>
              <a:t>9월 예정 거래 — 입금 다섯 건, 임대료 한 건입니다.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[10:35 · 20초]</a:t>
            </a:r>
          </a:p>
          <a:p>
            <a:endParaRPr/>
          </a:p>
          <a:p>
            <a:r>
              <a:t>여기에 정산 지연 3일을 적용합니다.</a:t>
            </a:r>
          </a:p>
          <a:p>
            <a:endParaRPr/>
          </a:p>
          <a:p>
            <a:r>
              <a:t>바뀌는 건 예정 입금 다섯 건의 날짜입니다. 금액은 그대로입니다.</a:t>
            </a:r>
          </a:p>
          <a:p>
            <a:endParaRPr/>
          </a:p>
          <a:p>
            <a:r>
              <a:t>그리고 한 건은 밀려서 예측 기간 밖으로 나갑니다.</a:t>
            </a:r>
          </a:p>
          <a:p>
            <a:r>
              <a:t>이 한 건이 사라지는 게 이 시나리오의 핵심입니다.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[10:55 · 20초]</a:t>
            </a:r>
          </a:p>
          <a:p>
            <a:endParaRPr/>
          </a:p>
          <a:p>
            <a:r>
              <a:t>다시 계산한 결과입니다.</a:t>
            </a:r>
          </a:p>
          <a:p>
            <a:r>
              <a:t>초록이 원본 예보, 갈색이 가정을 반영한 곡선입니다.</a:t>
            </a:r>
          </a:p>
          <a:p>
            <a:endParaRPr/>
          </a:p>
          <a:p>
            <a:r>
              <a:t>점선은 사장님이 정한 안전선 150만원입니다.</a:t>
            </a:r>
          </a:p>
          <a:p>
            <a:endParaRPr/>
          </a:p>
          <a:p>
            <a:r>
              <a:t>같은 매출, 같은 지출입니다. 날짜만 3일 밀었는데 곡선이 바닥을 칩니다.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[11:15 · 20초]</a:t>
            </a:r>
          </a:p>
          <a:p>
            <a:endParaRPr/>
          </a:p>
          <a:p>
            <a:r>
              <a:t>차이를 네 가지로 보여드립니다.</a:t>
            </a:r>
          </a:p>
          <a:p>
            <a:endParaRPr/>
          </a:p>
          <a:p>
            <a:r>
              <a:t>최저 잔액 −65만원, 원본은 30만원이었습니다.</a:t>
            </a:r>
          </a:p>
          <a:p>
            <a:r>
              <a:t>처음 부족해지는 날은 9월 18일, 원본에는 없던 날입니다.</a:t>
            </a:r>
          </a:p>
          <a:p>
            <a:r>
              <a:t>0원 아래인 날 5일, 안전선 아래인 날은 14일에서 21일로 늘어납니다.</a:t>
            </a:r>
          </a:p>
          <a:p>
            <a:endParaRPr/>
          </a:p>
          <a:p>
            <a:r>
              <a:t>그래서 정산이 3일 밀리면 버티기 어려울 가능성이 있다는 걸 미리 알 수 있습니다.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여덟 가지 가운데 상품별 매출 하나만 더 보여 드리겠습니다.</a:t>
            </a:r>
          </a:p>
          <a:p>
            <a:r>
              <a:rPr lang="ko-KR" altLang="en-US" dirty="0"/>
              <a:t>사장님이 메뉴 하나를 골라 값과 판매량을 각각 조정해 보는 기능입니다. 여기서는 라떼 값을 10% 올리고, 그러면 5%쯤 덜 팔릴 거라고 가정했습니다.</a:t>
            </a:r>
          </a:p>
          <a:p>
            <a:r>
              <a:rPr lang="ko-KR" altLang="en-US" dirty="0"/>
              <a:t>판매량이 얼마나 줄지는 저희가 모릅니다. 가격 탄력성은 서비스가 알 수 없는 값이라, 화면에 「판매량 변화는 직접 가정하세요」를 적어 두고 사장님이 넣게 했습니다.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덜 팔려도 값이 더 올라서 라떼 매출은 늘어납니다. 0.95 곱하기 1.10, 1.045배입니다.</a:t>
            </a:r>
          </a:p>
          <a:p>
            <a:r>
              <a:rPr lang="ko-KR" altLang="en-US" dirty="0"/>
              <a:t>점선이 지금 자리이고, 막대가 그만큼 넘어갔습니다. 한 달 540만원이 564만원.</a:t>
            </a:r>
          </a:p>
          <a:p>
            <a:r>
              <a:rPr lang="ko-KR" altLang="en-US" dirty="0"/>
              <a:t>오른쪽에 따로 적어 두었습니다 — 늘어난 매출 24만원, 4.5%. 이 24만원을 기억해 주십시오.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그런데 이건 라떼만 놓고 본 겁니다. 가게 전체에서 라떼가 차지하는 자리는 이만큼입니다.</a:t>
            </a:r>
          </a:p>
          <a:p>
            <a:r>
              <a:rPr lang="ko-KR" altLang="en-US" dirty="0"/>
              <a:t>한 달 2,230만원 가운데 라떼가 540만원, 24.2%입니다. 방금 화면을 채우던 막대가 여기서는 왼쪽 한 칸으로 줄어듭니다.</a:t>
            </a:r>
          </a:p>
          <a:p>
            <a:r>
              <a:rPr lang="ko-KR" altLang="en-US" dirty="0"/>
              <a:t>이 구성비는 상품별 매출 화면이 보여 주는 값과 같은 함수로 계산합니다. 두 곳에서 따로 세면 사장님은 어느 쪽이 맞는지 알 방법이 없습니다.</a:t>
            </a:r>
          </a:p>
          <a:p>
            <a:r>
              <a:rPr lang="ko-KR" altLang="en-US" dirty="0"/>
              <a:t>구성비를 쓰는 게 핵심이기도 합니다. POS 판매 총액과 계좌 입금액은 수수료·정산 지연·현금 때문에 기준이 다른데, 변화율만 쓰니까 환산이 필요 없습니다.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그래서 가게 전체로는 1.1%입니다. 라떼가 4.5% 늘었고 그 비중이 24.2%니까, 곱하면 1.1%.</a:t>
            </a:r>
          </a:p>
          <a:p>
            <a:r>
              <a:rPr lang="ko-KR" altLang="en-US" dirty="0"/>
              <a:t>오른쪽을 봐 주십시오. 늘어난 매출은 아까와 똑같은 24만원인데, 밑의 퍼센트만 4.5%에서 1.1%로 바뀌었습니다. 재는 자가 달라진 겁니다.</a:t>
            </a:r>
          </a:p>
          <a:p>
            <a:r>
              <a:rPr lang="ko-KR" altLang="en-US" dirty="0"/>
              <a:t>메뉴 하나를 건드려도 전체는 그 몫만큼만 움직인다는 걸 미리 볼 수 있습니다.</a:t>
            </a:r>
          </a:p>
          <a:p>
            <a:r>
              <a:rPr lang="ko-KR" altLang="en-US" dirty="0"/>
              <a:t>이 1.0109배는 매출로 분류된 예정 입금에만 곱합니다. 카드 정산·플랫폼 정산·현금 매출·계좌이체 매출 넷이고, 대출 입금이나 대표자 자금 투입은 카테고리가 달라 저절로 빠집니다.</a:t>
            </a:r>
          </a:p>
          <a:p>
            <a:r>
              <a:rPr lang="ko-KR" altLang="en-US" dirty="0"/>
              <a:t>매출 레이어를 따로 만드는 게 아니라 배율 하나를 곱하는 것이라 예측 원장은 건드리지 않습니다. 원가를 모르니까 이익은 말하지 않습니다.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[12:25 · 5초]</a:t>
            </a:r>
          </a:p>
          <a:p>
            <a:endParaRPr/>
          </a:p>
          <a:p>
            <a:r>
              <a:t>마지막은 신고서 작성입니다.</a:t>
            </a:r>
          </a:p>
        </p:txBody>
      </p:sp>
    </p:spTree>
    <p:extLst>
      <p:ext uri="{BB962C8B-B14F-4D97-AF65-F5344CB8AC3E}">
        <p14:creationId xmlns:p14="http://schemas.microsoft.com/office/powerpoint/2010/main" val="27934491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[12:30 · 20초]</a:t>
            </a:r>
          </a:p>
          <a:p>
            <a:endParaRPr/>
          </a:p>
          <a:p>
            <a:r>
              <a:t>증빙은 거래마다 검토 상태를 갖습니다. 2026년 3월 거래 일곱 건입니다.</a:t>
            </a:r>
          </a:p>
          <a:p>
            <a:endParaRPr/>
          </a:p>
          <a:p>
            <a:r>
              <a:t>증빙 확인 완료, 증빙 누락, 미검토 — 이 셋은 시스템이 자동으로 답니다.</a:t>
            </a:r>
          </a:p>
          <a:p>
            <a:endParaRPr/>
          </a:p>
          <a:p>
            <a:r>
              <a:t>개인 사용 가능성, 중복 등록 가능성, 세무전문가 확인, 사업 관련성 확인 —</a:t>
            </a:r>
          </a:p>
          <a:p>
            <a:r>
              <a:t>이 넷은 사장님이 직접 답니다.</a:t>
            </a:r>
          </a:p>
          <a:p>
            <a:endParaRPr/>
          </a:p>
          <a:p>
            <a:r>
              <a:t>주유소 8만원처럼, 사업용인지 개인용인지는 사람만 알 수 있기 때문입니다.</a:t>
            </a:r>
          </a:p>
        </p:txBody>
      </p:sp>
    </p:spTree>
    <p:extLst>
      <p:ext uri="{BB962C8B-B14F-4D97-AF65-F5344CB8AC3E}">
        <p14:creationId xmlns:p14="http://schemas.microsoft.com/office/powerpoint/2010/main" val="2884231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[12:50 · 25초]</a:t>
            </a:r>
          </a:p>
          <a:p>
            <a:endParaRPr/>
          </a:p>
          <a:p>
            <a:r>
              <a:t>이 상태에 따라 세 갈래로 갈립니다.</a:t>
            </a:r>
          </a:p>
          <a:p>
            <a:endParaRPr/>
          </a:p>
          <a:p>
            <a:r>
              <a:t>우아한형제들 정산, 코스트코, 식자재마트는 항목 금액에 넣습니다.</a:t>
            </a:r>
          </a:p>
          <a:p>
            <a:r>
              <a:t>증빙이 없어도 거래 자체는 실재하니 금액에는 넣고, 누락으로 표시만 남깁니다.</a:t>
            </a:r>
          </a:p>
          <a:p>
            <a:endParaRPr/>
          </a:p>
          <a:p>
            <a:r>
              <a:t>개인 사용 가능성이 있는 주유소 8만원은 뺍니다.</a:t>
            </a:r>
          </a:p>
          <a:p>
            <a:endParaRPr/>
          </a:p>
          <a:p>
            <a:r>
              <a:t>남은 세 건은 넣지도 빼지도 않고 「확인 필요 합계」로 따로 모읍니다.</a:t>
            </a:r>
          </a:p>
          <a:p>
            <a:r>
              <a:t>애매한 걸 조용히 합산해 버리지 않는 게 핵심입니다.</a:t>
            </a:r>
          </a:p>
        </p:txBody>
      </p:sp>
    </p:spTree>
    <p:extLst>
      <p:ext uri="{BB962C8B-B14F-4D97-AF65-F5344CB8AC3E}">
        <p14:creationId xmlns:p14="http://schemas.microsoft.com/office/powerpoint/2010/main" val="12160933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[13:15 · 20초]</a:t>
            </a:r>
          </a:p>
          <a:p>
            <a:endParaRPr/>
          </a:p>
          <a:p>
            <a:r>
              <a:t>그 결과가 실제 서식으로 들어갑니다. 간편장부 소득금액계산서 부표입니다.</a:t>
            </a:r>
          </a:p>
          <a:p>
            <a:endParaRPr/>
          </a:p>
          <a:p>
            <a:r>
              <a:t>매출액 2억 1,480만원, 임차료 2,160만원, 급료 3,840만원, 지급수수료 1,254만원.</a:t>
            </a:r>
          </a:p>
          <a:p>
            <a:r>
              <a:t>검토가 끝난 거래를 서식 항목으로 그대로 집계한 값입니다.</a:t>
            </a:r>
          </a:p>
          <a:p>
            <a:endParaRPr/>
          </a:p>
          <a:p>
            <a:r>
              <a:t>총수입금액에서 총필요경비 7,254만원을 빼면 소득금액 1억 4,226만원.</a:t>
            </a:r>
          </a:p>
          <a:p>
            <a:endParaRPr/>
          </a:p>
          <a:p>
            <a:r>
              <a:t>그런데 네 칸이 비어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5925381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[13:35 · 20초]</a:t>
            </a:r>
          </a:p>
          <a:p>
            <a:endParaRPr/>
          </a:p>
          <a:p>
            <a:r>
              <a:t>비어 있던 칸을 어떻게 채우는지 표시했습니다. 출처는 세 가지입니다.</a:t>
            </a:r>
          </a:p>
          <a:p>
            <a:endParaRPr/>
          </a:p>
          <a:p>
            <a:r>
              <a:t>자동은 방금처럼 거래에서 집계한 값.</a:t>
            </a:r>
          </a:p>
          <a:p>
            <a:endParaRPr/>
          </a:p>
          <a:p>
            <a:r>
              <a:t>옮겨 적음은 저희가 계산할 수 없어 홈택스에서 보고 옮겨야 하는 값 —</a:t>
            </a:r>
          </a:p>
          <a:p>
            <a:r>
              <a:t>주업종코드 552101과 수입금액에서 제외할 금액이 여기 해당합니다.</a:t>
            </a:r>
          </a:p>
          <a:p>
            <a:endParaRPr/>
          </a:p>
          <a:p>
            <a:r>
              <a:t>직접 입력은 주소지와 생년월일. 저희가 갖고 있지 않은 값이라 비워 두고 요청합니다.</a:t>
            </a:r>
          </a:p>
          <a:p>
            <a:endParaRPr/>
          </a:p>
          <a:p>
            <a:r>
              <a:t>어디서 온 숫자인지 모르는 칸은 만들지 않았습니다.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[13:55 · 10초]</a:t>
            </a:r>
          </a:p>
          <a:p>
            <a:endParaRPr/>
          </a:p>
          <a:p>
            <a:r>
              <a:t>사장님이 두 칸을 채우면 서식이 완성됩니다.</a:t>
            </a:r>
          </a:p>
          <a:p>
            <a:endParaRPr/>
          </a:p>
          <a:p>
            <a:r>
              <a:t>민감한 개인정보는 저희가 추측해서 채우지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4709985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[14:25 · 15초]</a:t>
            </a:r>
          </a:p>
          <a:p>
            <a:endParaRPr/>
          </a:p>
          <a:p>
            <a:r>
              <a:t>신고 절차 일곱 단계로 보면,</a:t>
            </a:r>
          </a:p>
          <a:p>
            <a:r>
              <a:t>기본사항부터 부표·필요경비 명세서까지 01에서 04를 잔고예보가 채워 줍니다.</a:t>
            </a:r>
          </a:p>
          <a:p>
            <a:endParaRPr/>
          </a:p>
          <a:p>
            <a:r>
              <a:t>소득공제, 세액공제, 제출인 05에서 07은 사장님이 직접 하십니다.</a:t>
            </a:r>
          </a:p>
        </p:txBody>
      </p:sp>
    </p:spTree>
    <p:extLst>
      <p:ext uri="{BB962C8B-B14F-4D97-AF65-F5344CB8AC3E}">
        <p14:creationId xmlns:p14="http://schemas.microsoft.com/office/powerpoint/2010/main" val="18417783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[14:40 · 25초]</a:t>
            </a:r>
          </a:p>
          <a:p>
            <a:endParaRPr/>
          </a:p>
          <a:p>
            <a:r>
              <a:t>아키텍처는 Docker 위에 올렸습니다.</a:t>
            </a:r>
          </a:p>
          <a:p>
            <a:endParaRPr/>
          </a:p>
          <a:p>
            <a:r>
              <a:t>Nginx가 정적 파일과 api 프록시를 맡았고, 프론트는 React와 TypeScript입니다.</a:t>
            </a:r>
          </a:p>
          <a:p>
            <a:endParaRPr/>
          </a:p>
          <a:p>
            <a:r>
              <a:t>백엔드 Spring Boot가 REST API와 인증,</a:t>
            </a:r>
          </a:p>
          <a:p>
            <a:r>
              <a:t>그리고 잔액 계산 엔진을 갖고 있습니다.</a:t>
            </a:r>
          </a:p>
          <a:p>
            <a:r>
              <a:t>금액을 더하고 빼는 일은 여기서만 합니다.</a:t>
            </a:r>
          </a:p>
          <a:p>
            <a:endParaRPr/>
          </a:p>
          <a:p>
            <a:r>
              <a:t>AI는 FastAPI로 떼어 냈습니다. PyTorch로 residual-gru만 추론합니다.</a:t>
            </a:r>
          </a:p>
          <a:p>
            <a:endParaRPr/>
          </a:p>
          <a:p>
            <a:r>
              <a:t>데이터는 PostgreSQL과 Redis,</a:t>
            </a:r>
          </a:p>
          <a:p>
            <a:r>
              <a:t>배포는 Push부터 Jenkins 빌드·테스트와 컨테이너 재기동까지 자동입니다.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40591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/>
          <a:lstStyle/>
          <a:p>
            <a:r>
              <a:t>[15:05 · 10초]</a:t>
            </a:r>
          </a:p>
          <a:p>
            <a:endParaRPr/>
          </a:p>
          <a:p>
            <a:r>
              <a:t>그래서 무엇이 달라지는지 말씀드리겠습니다.</a:t>
            </a:r>
          </a:p>
        </p:txBody>
      </p:sp>
    </p:spTree>
    <p:extLst>
      <p:ext uri="{BB962C8B-B14F-4D97-AF65-F5344CB8AC3E}">
        <p14:creationId xmlns:p14="http://schemas.microsoft.com/office/powerpoint/2010/main" val="11555886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[15:15 · 10초]</a:t>
            </a:r>
          </a:p>
          <a:p>
            <a:endParaRPr/>
          </a:p>
          <a:p>
            <a:r>
              <a:t>첫째, 지표 객관화입니다.</a:t>
            </a:r>
          </a:p>
          <a:p>
            <a:endParaRPr/>
          </a:p>
          <a:p>
            <a:r>
              <a:t>며칠에 얼마가 비는지, 어떤 거래 때문인지가 감이 아닌</a:t>
            </a:r>
          </a:p>
          <a:p>
            <a:r>
              <a:t>숫자와 근거로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[15:25 · 10초]</a:t>
            </a:r>
          </a:p>
          <a:p>
            <a:endParaRPr/>
          </a:p>
          <a:p>
            <a:r>
              <a:t>둘째, 조기 발견입니다.</a:t>
            </a:r>
          </a:p>
          <a:p>
            <a:endParaRPr/>
          </a:p>
          <a:p>
            <a:r>
              <a:t>비고 나서 아는 게 아니라,</a:t>
            </a:r>
          </a:p>
          <a:p>
            <a:r>
              <a:t>최대 30일 앞에서 부족해질 가능성이 높은 날을 먼저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[15:35 · 10초]</a:t>
            </a:r>
          </a:p>
          <a:p>
            <a:endParaRPr/>
          </a:p>
          <a:p>
            <a:r>
              <a:t>셋째, 선제 대응입니다.</a:t>
            </a:r>
          </a:p>
          <a:p>
            <a:endParaRPr/>
          </a:p>
          <a:p>
            <a:r>
              <a:t>지급일을 옮기면 되는지, 그것만으로 안 되는지.</a:t>
            </a:r>
          </a:p>
          <a:p>
            <a:r>
              <a:t>가정을 바꿔 보고 결정할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[15:45 · 10초]</a:t>
            </a:r>
          </a:p>
          <a:p>
            <a:endParaRPr/>
          </a:p>
          <a:p>
            <a:r>
              <a:t>넷째, 위험 최소화입니다.</a:t>
            </a:r>
          </a:p>
          <a:p>
            <a:endParaRPr/>
          </a:p>
          <a:p>
            <a:r>
              <a:t>같은 현금이라도 부족해지는 날을 미리 알고 맞는 것과</a:t>
            </a:r>
          </a:p>
          <a:p>
            <a:r>
              <a:t>모르고 맞는 것은 다릅니다.</a:t>
            </a:r>
          </a:p>
          <a:p>
            <a:r>
              <a:t>연체와 급전을 피할 시간을 벌어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[15:55 · 10초]</a:t>
            </a:r>
          </a:p>
          <a:p>
            <a:endParaRPr/>
          </a:p>
          <a:p>
            <a:r>
              <a:t>팀 구성입니다.</a:t>
            </a:r>
          </a:p>
          <a:p>
            <a:endParaRPr/>
          </a:p>
          <a:p>
            <a:r>
              <a:t>프론트는 성준님이 웹 화면 전반을 맡았습니다.</a:t>
            </a:r>
          </a:p>
          <a:p>
            <a:endParaRPr/>
          </a:p>
          <a:p>
            <a:r>
              <a:t>백엔드는 재원님이 신고서 초안과 서버·배포를, 민혁님이 잔액·시나리오 계산과 계좌·인증을 맡았습니다.</a:t>
            </a:r>
          </a:p>
          <a:p>
            <a:endParaRPr/>
          </a:p>
          <a:p>
            <a:r>
              <a:t>AI는 한호님이 잔여 예측 모델, 원근님이 거래 분류와 브리핑, 제가 증빙 인식을 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54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[16:15]</a:t>
            </a:r>
          </a:p>
          <a:p>
            <a:endParaRPr/>
          </a:p>
          <a:p>
            <a:r>
              <a:t>이상으로 C105 잔고예보 발표를 마치겠습니다.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삼성긴고딕 Regular" panose="020B0600000101010101" pitchFamily="50" charset="-127"/>
              </a:rPr>
              <a:t>55</a:t>
            </a:fld>
            <a:endParaRPr lang="en-US">
              <a:latin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81E11-0D2D-4A61-961D-BFC4D29C0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596B25-CA9F-47C8-9874-A01738A25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21D5C4-E798-4915-B2F4-154FAF5BC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71FCBD-2512-48A5-AA46-292D61E5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EA7EDC-252A-4B95-BE5A-77B482E7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94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ACB8F-9901-426B-8D0B-F120B6DC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4DB845-BEB1-4A51-B729-8631C41C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53FD2-0519-477F-BFA2-B197B962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삼성긴고딕 Regular" panose="020B0600000101010101" pitchFamily="50" charset="-127"/>
              </a:defRPr>
            </a:lvl1pPr>
          </a:lstStyle>
          <a:p>
            <a:fld id="{B5F99AD7-975A-46A1-B33F-DC4D4B678B79}" type="datetimeFigureOut">
              <a:rPr lang="ko-KR" altLang="en-US" smtClean="0"/>
              <a:pPr/>
              <a:t>2026-09-24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4F21F-1C84-4F0B-A3FC-B335C26B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삼성긴고딕 Regular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528AF-CA52-462E-A33B-87181623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삼성긴고딕 Regular" panose="020B0600000101010101" pitchFamily="50" charset="-127"/>
              </a:defRPr>
            </a:lvl1pPr>
          </a:lstStyle>
          <a:p>
            <a:fld id="{CB2D1088-E481-4AF8-A424-8948BD92A7C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18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8C259-9747-4499-B598-892678F7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09FB9D-C402-4A9C-91A2-15172CCF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E5F5F-024A-4F4F-AD84-C4316B44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CC11D6-187E-4DDF-9643-3894B99E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A02DA-E4C3-4E38-90CD-4A109CBD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9488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4261E-3794-4591-94E5-54D41CAE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3F2DAB-E38E-460A-A975-4F78BF4E1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C2EF57-994B-4879-BBFC-D29FF7E08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9A47FA-5DD4-43C6-BD51-E5EE5F22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057650-D0DB-4CFF-AF85-197C416A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41699-130F-4812-98B8-6C3DC810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9258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701A8-AC52-43B9-86EC-0E531D4EC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9245C0-7D70-471E-A36D-02D00A51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3277EA-C3AF-4774-8598-31BBD0D48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168B04-F3D2-4B9E-9516-6E917C87C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D2A129-A7A6-4EAF-AD1C-9E5FA1BEA7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6604FD-4AC6-4E33-BE46-4E8C7262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82FE13-B411-4C29-8D55-3C752D55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52602C-184E-43DC-A287-106ED8C7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8378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4344A-DC41-44EA-A70C-00E38532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DDFC6B-4730-42C7-A5F5-27D62AF4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C6C389-B5DF-4F8B-82A0-FBCCB843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32D7EA-3CA1-4A0B-BCB4-2E9338EB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6999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28525D-AF04-4348-B215-7791A6261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8BF5D2-25A7-493A-B179-97693F4B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4657B7-9A6D-4192-ABFE-2E8A1846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811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3B80D-C8E2-4C59-838C-B49FC329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BDD5B6-907B-4840-9396-21DD67BE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6ED41-C743-41B6-B05B-287EF04EF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612C1A-1587-4B0F-85C0-23956650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A3E1CF-D601-4F7B-B718-553E3029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89B513-2B58-48DC-B660-45060786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7263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979A0-3BB1-4D2A-84AE-EB4EC108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DF638D-1951-4A35-8BD1-233FDFF443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BF9386-35BF-4EAE-B274-3927CAA902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3D250E-A616-4572-B396-0129742A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832B2C-E533-4791-BAFC-29904514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9F562-079A-4B75-9154-D7ACA00B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325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22C11-4FA1-4D10-ADB7-8D14E871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D60F6E-500A-4555-8B41-BE7BDC71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C72299-6B12-4059-9C3C-B64D156D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2A03A-41AA-4318-82AF-8B848D90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DED8F-2318-4232-A307-155EF0D8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0897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54FDE1-AC0B-4AB5-BBAA-BAAEAF61E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30FBB1-4FB9-4029-A4BE-DAC06D0E3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97043D-0209-4D55-9470-595A2A02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118FD3-97ED-442A-8C6D-A8AA7533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A696B-2705-4245-B44F-6C8CBAED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877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392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115AF0-FB90-47DA-8211-84A8803B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A7FF8C-F6A2-471F-A484-89FC88352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8C21C-12BE-4308-BDA7-CA9B3923F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</a:defRPr>
            </a:lvl1pPr>
          </a:lstStyle>
          <a:p>
            <a:fld id="{C764DE79-268F-4C1A-8933-263129D2AF90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252F5-B7D8-4CB7-BA83-797E32909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E314C-2D32-4FAD-94FB-0C4022D56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삼성긴고딕 Regular" panose="020B0600000101010101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89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hf sldNum="0" hdr="0" ftr="0" dt="0"/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삼성긴고딕 Regular" panose="020B0600000101010101" pitchFamily="50" charset="-127"/>
          <a:ea typeface="삼성긴고딕 Regular" panose="020B0600000101010101" pitchFamily="50" charset="-127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9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23.png"/><Relationship Id="rId10" Type="http://schemas.openxmlformats.org/officeDocument/2006/relationships/image" Target="../media/image24.sv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_soft">
            <a:extLst>
              <a:ext uri="{FF2B5EF4-FFF2-40B4-BE49-F238E27FC236}">
                <a16:creationId xmlns:a16="http://schemas.microsoft.com/office/drawing/2014/main" id="{566FFD6C-4C10-48C9-B08D-4C3DDFE1EB52}"/>
              </a:ext>
            </a:extLst>
          </p:cNvPr>
          <p:cNvSpPr/>
          <p:nvPr/>
        </p:nvSpPr>
        <p:spPr>
          <a:xfrm>
            <a:off x="9779000" y="1397000"/>
            <a:ext cx="7874000" cy="7874000"/>
          </a:xfrm>
          <a:prstGeom prst="ellipse">
            <a:avLst/>
          </a:prstGeom>
          <a:solidFill>
            <a:srgbClr val="F3F6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213248" y="3247459"/>
            <a:ext cx="61201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1000" b="1" dirty="0" err="1">
                <a:solidFill>
                  <a:srgbClr val="3565D8"/>
                </a:solidFill>
                <a:latin typeface="삼성긴고딕 ExtraBold" panose="020B0600000101010101" pitchFamily="50" charset="-127"/>
                <a:ea typeface="삼성긴고딕 ExtraBold" panose="020B0600000101010101" pitchFamily="50" charset="-127"/>
                <a:cs typeface="Noto Sans KR" pitchFamily="34" charset="-120"/>
              </a:rPr>
              <a:t>잔고예보</a:t>
            </a:r>
            <a:endParaRPr lang="en-US" sz="11000" dirty="0">
              <a:latin typeface="삼성긴고딕 ExtraBold" panose="020B0600000101010101" pitchFamily="50" charset="-127"/>
              <a:ea typeface="삼성긴고딕 ExtraBold" panose="020B0600000101010101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13248" y="4937760"/>
            <a:ext cx="7704352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돈이 부족해지기 전, 먼저 알려드립니다</a:t>
            </a:r>
            <a:endParaRPr lang="en-US" sz="3600" dirty="0">
              <a:latin typeface="삼성긴고딕 Regular" panose="020B0600000101010101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13248" y="6261430"/>
            <a:ext cx="5385683" cy="7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정산 · 지출 · 세금을 한 흐름으로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7AE53-055D-468B-8403-A86EAF46BF92}"/>
              </a:ext>
            </a:extLst>
          </p:cNvPr>
          <p:cNvSpPr txBox="1"/>
          <p:nvPr/>
        </p:nvSpPr>
        <p:spPr>
          <a:xfrm>
            <a:off x="15028993" y="292473"/>
            <a:ext cx="287129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ko-KR" sz="20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Pretendard SemiBold" panose="02000703000000020004" pitchFamily="50" charset="-127"/>
              </a:rPr>
              <a:t>SSAFY 15</a:t>
            </a:r>
            <a:r>
              <a:rPr lang="ko-KR" altLang="en-US" sz="20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  <a:cs typeface="Pretendard SemiBold" panose="02000703000000020004" pitchFamily="50" charset="-127"/>
              </a:rPr>
              <a:t>기 특화프로젝트</a:t>
            </a:r>
            <a:endParaRPr lang="en-US" altLang="ko-KR" sz="2000" dirty="0">
              <a:solidFill>
                <a:srgbClr val="3565D8"/>
              </a:solidFill>
              <a:latin typeface="삼성긴고딕 Bold" panose="020B0600000101010101" pitchFamily="50" charset="-127"/>
              <a:ea typeface="삼성긴고딕 Bold" panose="020B0600000101010101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1" name="!!s1_card">
            <a:extLst>
              <a:ext uri="{FF2B5EF4-FFF2-40B4-BE49-F238E27FC236}">
                <a16:creationId xmlns:a16="http://schemas.microsoft.com/office/drawing/2014/main" id="{D62BE17E-306C-4B9D-8CB3-2741798F124C}"/>
              </a:ext>
            </a:extLst>
          </p:cNvPr>
          <p:cNvGrpSpPr/>
          <p:nvPr/>
        </p:nvGrpSpPr>
        <p:grpSpPr>
          <a:xfrm>
            <a:off x="10414000" y="3810000"/>
            <a:ext cx="6604000" cy="3175000"/>
            <a:chOff x="10414000" y="3810000"/>
            <a:chExt cx="6604000" cy="3175000"/>
          </a:xfrm>
        </p:grpSpPr>
        <p:sp>
          <p:nvSpPr>
            <p:cNvPr id="6" name="_s12k2">
              <a:extLst>
                <a:ext uri="{FF2B5EF4-FFF2-40B4-BE49-F238E27FC236}">
                  <a16:creationId xmlns:a16="http://schemas.microsoft.com/office/drawing/2014/main" id="{41C8DEAE-C130-48D2-A95B-DCD1C143E417}"/>
                </a:ext>
              </a:extLst>
            </p:cNvPr>
            <p:cNvSpPr/>
            <p:nvPr/>
          </p:nvSpPr>
          <p:spPr>
            <a:xfrm>
              <a:off x="10414000" y="3810000"/>
              <a:ext cx="6604000" cy="317500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04800" dist="101600" dir="5400000" rotWithShape="0">
                <a:srgbClr val="1B2233">
                  <a:alpha val="12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_s12k3">
              <a:extLst>
                <a:ext uri="{FF2B5EF4-FFF2-40B4-BE49-F238E27FC236}">
                  <a16:creationId xmlns:a16="http://schemas.microsoft.com/office/drawing/2014/main" id="{3E4DD5C1-25C9-4DC8-BC8D-08D02A7B6528}"/>
                </a:ext>
              </a:extLst>
            </p:cNvPr>
            <p:cNvSpPr txBox="1"/>
            <p:nvPr/>
          </p:nvSpPr>
          <p:spPr>
            <a:xfrm>
              <a:off x="10820400" y="4043234"/>
              <a:ext cx="38100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ko-KR" altLang="en-US" sz="24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이번 주 잔고 예보</a:t>
              </a:r>
            </a:p>
          </p:txBody>
        </p:sp>
        <p:sp>
          <p:nvSpPr>
            <p:cNvPr id="9" name="_s12k4">
              <a:extLst>
                <a:ext uri="{FF2B5EF4-FFF2-40B4-BE49-F238E27FC236}">
                  <a16:creationId xmlns:a16="http://schemas.microsoft.com/office/drawing/2014/main" id="{FA66ECC0-4AFC-4543-B8CE-3A2F2485268F}"/>
                </a:ext>
              </a:extLst>
            </p:cNvPr>
            <p:cNvSpPr txBox="1"/>
            <p:nvPr/>
          </p:nvSpPr>
          <p:spPr>
            <a:xfrm>
              <a:off x="14986000" y="4114800"/>
              <a:ext cx="16256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우리 가게</a:t>
              </a:r>
            </a:p>
          </p:txBody>
        </p:sp>
        <p:cxnSp>
          <p:nvCxnSpPr>
            <p:cNvPr id="10" name="_s12k5">
              <a:extLst>
                <a:ext uri="{FF2B5EF4-FFF2-40B4-BE49-F238E27FC236}">
                  <a16:creationId xmlns:a16="http://schemas.microsoft.com/office/drawing/2014/main" id="{32935693-489C-4519-BF5C-2149D3702B49}"/>
                </a:ext>
              </a:extLst>
            </p:cNvPr>
            <p:cNvCxnSpPr/>
            <p:nvPr/>
          </p:nvCxnSpPr>
          <p:spPr>
            <a:xfrm>
              <a:off x="10820400" y="4648200"/>
              <a:ext cx="5791200" cy="0"/>
            </a:xfrm>
            <a:prstGeom prst="line">
              <a:avLst/>
            </a:prstGeom>
            <a:ln w="12700">
              <a:solidFill>
                <a:srgbClr val="E6E9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!!s1_day0">
            <a:extLst>
              <a:ext uri="{FF2B5EF4-FFF2-40B4-BE49-F238E27FC236}">
                <a16:creationId xmlns:a16="http://schemas.microsoft.com/office/drawing/2014/main" id="{21F13A2C-2A8F-45A8-B20F-80899C9D6520}"/>
              </a:ext>
            </a:extLst>
          </p:cNvPr>
          <p:cNvGrpSpPr/>
          <p:nvPr/>
        </p:nvGrpSpPr>
        <p:grpSpPr>
          <a:xfrm>
            <a:off x="10853057" y="4902200"/>
            <a:ext cx="762000" cy="1597799"/>
            <a:chOff x="10853057" y="4902200"/>
            <a:chExt cx="762000" cy="1597799"/>
          </a:xfrm>
        </p:grpSpPr>
        <p:sp>
          <p:nvSpPr>
            <p:cNvPr id="12" name="_s12k6">
              <a:extLst>
                <a:ext uri="{FF2B5EF4-FFF2-40B4-BE49-F238E27FC236}">
                  <a16:creationId xmlns:a16="http://schemas.microsoft.com/office/drawing/2014/main" id="{D9CCDA17-9D80-49F9-8781-6954DC744FB2}"/>
                </a:ext>
              </a:extLst>
            </p:cNvPr>
            <p:cNvSpPr txBox="1"/>
            <p:nvPr/>
          </p:nvSpPr>
          <p:spPr>
            <a:xfrm>
              <a:off x="10853057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월</a:t>
              </a:r>
            </a:p>
          </p:txBody>
        </p:sp>
        <p:cxnSp>
          <p:nvCxnSpPr>
            <p:cNvPr id="13" name="_s12k7">
              <a:extLst>
                <a:ext uri="{FF2B5EF4-FFF2-40B4-BE49-F238E27FC236}">
                  <a16:creationId xmlns:a16="http://schemas.microsoft.com/office/drawing/2014/main" id="{85F5702C-7624-45A5-B041-2EA1568A8C6A}"/>
                </a:ext>
              </a:extLst>
            </p:cNvPr>
            <p:cNvCxnSpPr/>
            <p:nvPr/>
          </p:nvCxnSpPr>
          <p:spPr>
            <a:xfrm>
              <a:off x="11424557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_s12k8">
              <a:extLst>
                <a:ext uri="{FF2B5EF4-FFF2-40B4-BE49-F238E27FC236}">
                  <a16:creationId xmlns:a16="http://schemas.microsoft.com/office/drawing/2014/main" id="{4F6DE5D6-32CF-4B70-86E9-5B8D9BB456CB}"/>
                </a:ext>
              </a:extLst>
            </p:cNvPr>
            <p:cNvCxnSpPr/>
            <p:nvPr/>
          </p:nvCxnSpPr>
          <p:spPr>
            <a:xfrm>
              <a:off x="11368761" y="5824304"/>
              <a:ext cx="53881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_s12k9">
              <a:extLst>
                <a:ext uri="{FF2B5EF4-FFF2-40B4-BE49-F238E27FC236}">
                  <a16:creationId xmlns:a16="http://schemas.microsoft.com/office/drawing/2014/main" id="{ED2C7288-2D5F-40F2-8973-E58F2808E88D}"/>
                </a:ext>
              </a:extLst>
            </p:cNvPr>
            <p:cNvCxnSpPr/>
            <p:nvPr/>
          </p:nvCxnSpPr>
          <p:spPr>
            <a:xfrm>
              <a:off x="11234057" y="58801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_s12k10">
              <a:extLst>
                <a:ext uri="{FF2B5EF4-FFF2-40B4-BE49-F238E27FC236}">
                  <a16:creationId xmlns:a16="http://schemas.microsoft.com/office/drawing/2014/main" id="{BB9FFC89-6B72-434B-8920-731F2ABDEE4D}"/>
                </a:ext>
              </a:extLst>
            </p:cNvPr>
            <p:cNvCxnSpPr/>
            <p:nvPr/>
          </p:nvCxnSpPr>
          <p:spPr>
            <a:xfrm flipH="1">
              <a:off x="11045472" y="5824304"/>
              <a:ext cx="53881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_s12k11">
              <a:extLst>
                <a:ext uri="{FF2B5EF4-FFF2-40B4-BE49-F238E27FC236}">
                  <a16:creationId xmlns:a16="http://schemas.microsoft.com/office/drawing/2014/main" id="{6D8C5A69-DB0B-4B02-832D-5C879B41AF03}"/>
                </a:ext>
              </a:extLst>
            </p:cNvPr>
            <p:cNvCxnSpPr/>
            <p:nvPr/>
          </p:nvCxnSpPr>
          <p:spPr>
            <a:xfrm flipH="1">
              <a:off x="10967357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_s12k12">
              <a:extLst>
                <a:ext uri="{FF2B5EF4-FFF2-40B4-BE49-F238E27FC236}">
                  <a16:creationId xmlns:a16="http://schemas.microsoft.com/office/drawing/2014/main" id="{06E10FA6-0C40-4F3D-AB62-BA9E1ECBD6D3}"/>
                </a:ext>
              </a:extLst>
            </p:cNvPr>
            <p:cNvCxnSpPr/>
            <p:nvPr/>
          </p:nvCxnSpPr>
          <p:spPr>
            <a:xfrm flipH="1" flipV="1">
              <a:off x="11045472" y="5501015"/>
              <a:ext cx="53881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_s12k13">
              <a:extLst>
                <a:ext uri="{FF2B5EF4-FFF2-40B4-BE49-F238E27FC236}">
                  <a16:creationId xmlns:a16="http://schemas.microsoft.com/office/drawing/2014/main" id="{3924B9B9-62C6-47B6-8AF2-7C123391B984}"/>
                </a:ext>
              </a:extLst>
            </p:cNvPr>
            <p:cNvCxnSpPr/>
            <p:nvPr/>
          </p:nvCxnSpPr>
          <p:spPr>
            <a:xfrm flipV="1">
              <a:off x="11234057" y="54229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_s12k14">
              <a:extLst>
                <a:ext uri="{FF2B5EF4-FFF2-40B4-BE49-F238E27FC236}">
                  <a16:creationId xmlns:a16="http://schemas.microsoft.com/office/drawing/2014/main" id="{4DF3752B-8BCC-45D9-A639-4B16EF1B0B64}"/>
                </a:ext>
              </a:extLst>
            </p:cNvPr>
            <p:cNvCxnSpPr/>
            <p:nvPr/>
          </p:nvCxnSpPr>
          <p:spPr>
            <a:xfrm flipV="1">
              <a:off x="11368761" y="5501015"/>
              <a:ext cx="53881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_s12k15">
              <a:extLst>
                <a:ext uri="{FF2B5EF4-FFF2-40B4-BE49-F238E27FC236}">
                  <a16:creationId xmlns:a16="http://schemas.microsoft.com/office/drawing/2014/main" id="{AAB949F0-4ACB-4004-AC5C-5BA31632A232}"/>
                </a:ext>
              </a:extLst>
            </p:cNvPr>
            <p:cNvSpPr/>
            <p:nvPr/>
          </p:nvSpPr>
          <p:spPr>
            <a:xfrm>
              <a:off x="11094357" y="5549900"/>
              <a:ext cx="279400" cy="2794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_s12k16">
              <a:extLst>
                <a:ext uri="{FF2B5EF4-FFF2-40B4-BE49-F238E27FC236}">
                  <a16:creationId xmlns:a16="http://schemas.microsoft.com/office/drawing/2014/main" id="{0117D50A-BCDE-4FFD-8D2D-0EAB4973034B}"/>
                </a:ext>
              </a:extLst>
            </p:cNvPr>
            <p:cNvSpPr txBox="1"/>
            <p:nvPr/>
          </p:nvSpPr>
          <p:spPr>
            <a:xfrm>
              <a:off x="10853057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5B8DE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여유</a:t>
              </a:r>
            </a:p>
          </p:txBody>
        </p:sp>
      </p:grpSp>
      <p:grpSp>
        <p:nvGrpSpPr>
          <p:cNvPr id="36" name="!!s1_day1">
            <a:extLst>
              <a:ext uri="{FF2B5EF4-FFF2-40B4-BE49-F238E27FC236}">
                <a16:creationId xmlns:a16="http://schemas.microsoft.com/office/drawing/2014/main" id="{C5713242-DF46-483A-BB94-30BF97D076EA}"/>
              </a:ext>
            </a:extLst>
          </p:cNvPr>
          <p:cNvGrpSpPr/>
          <p:nvPr/>
        </p:nvGrpSpPr>
        <p:grpSpPr>
          <a:xfrm>
            <a:off x="11680372" y="4902200"/>
            <a:ext cx="762000" cy="1597799"/>
            <a:chOff x="11680372" y="4902200"/>
            <a:chExt cx="762000" cy="1597799"/>
          </a:xfrm>
        </p:grpSpPr>
        <p:sp>
          <p:nvSpPr>
            <p:cNvPr id="24" name="_s12k17">
              <a:extLst>
                <a:ext uri="{FF2B5EF4-FFF2-40B4-BE49-F238E27FC236}">
                  <a16:creationId xmlns:a16="http://schemas.microsoft.com/office/drawing/2014/main" id="{4E5AD0E3-025A-4687-8B00-BE24C4AD73CB}"/>
                </a:ext>
              </a:extLst>
            </p:cNvPr>
            <p:cNvSpPr txBox="1"/>
            <p:nvPr/>
          </p:nvSpPr>
          <p:spPr>
            <a:xfrm>
              <a:off x="11680372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화</a:t>
              </a:r>
            </a:p>
          </p:txBody>
        </p:sp>
        <p:cxnSp>
          <p:nvCxnSpPr>
            <p:cNvPr id="25" name="_s12k18">
              <a:extLst>
                <a:ext uri="{FF2B5EF4-FFF2-40B4-BE49-F238E27FC236}">
                  <a16:creationId xmlns:a16="http://schemas.microsoft.com/office/drawing/2014/main" id="{3C294460-8B9C-4530-AE3E-32D7DA00411D}"/>
                </a:ext>
              </a:extLst>
            </p:cNvPr>
            <p:cNvCxnSpPr/>
            <p:nvPr/>
          </p:nvCxnSpPr>
          <p:spPr>
            <a:xfrm>
              <a:off x="12315372" y="5600700"/>
              <a:ext cx="508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_s12k19">
              <a:extLst>
                <a:ext uri="{FF2B5EF4-FFF2-40B4-BE49-F238E27FC236}">
                  <a16:creationId xmlns:a16="http://schemas.microsoft.com/office/drawing/2014/main" id="{134F7926-20B2-4F2A-BC35-18C9CB37ED1A}"/>
                </a:ext>
              </a:extLst>
            </p:cNvPr>
            <p:cNvCxnSpPr/>
            <p:nvPr/>
          </p:nvCxnSpPr>
          <p:spPr>
            <a:xfrm>
              <a:off x="12270735" y="5708463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_s12k20">
              <a:extLst>
                <a:ext uri="{FF2B5EF4-FFF2-40B4-BE49-F238E27FC236}">
                  <a16:creationId xmlns:a16="http://schemas.microsoft.com/office/drawing/2014/main" id="{0FF3BD1F-384C-4939-A559-8D6924B4AC67}"/>
                </a:ext>
              </a:extLst>
            </p:cNvPr>
            <p:cNvCxnSpPr/>
            <p:nvPr/>
          </p:nvCxnSpPr>
          <p:spPr>
            <a:xfrm>
              <a:off x="12162972" y="5753100"/>
              <a:ext cx="0" cy="508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_s12k21">
              <a:extLst>
                <a:ext uri="{FF2B5EF4-FFF2-40B4-BE49-F238E27FC236}">
                  <a16:creationId xmlns:a16="http://schemas.microsoft.com/office/drawing/2014/main" id="{9756FFD2-ACEF-41A0-ABD3-25FA178E0C69}"/>
                </a:ext>
              </a:extLst>
            </p:cNvPr>
            <p:cNvCxnSpPr/>
            <p:nvPr/>
          </p:nvCxnSpPr>
          <p:spPr>
            <a:xfrm flipH="1">
              <a:off x="12019287" y="5708463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_s12k22">
              <a:extLst>
                <a:ext uri="{FF2B5EF4-FFF2-40B4-BE49-F238E27FC236}">
                  <a16:creationId xmlns:a16="http://schemas.microsoft.com/office/drawing/2014/main" id="{63A055CC-9B9F-4160-B6E7-219B522F1599}"/>
                </a:ext>
              </a:extLst>
            </p:cNvPr>
            <p:cNvCxnSpPr/>
            <p:nvPr/>
          </p:nvCxnSpPr>
          <p:spPr>
            <a:xfrm flipH="1">
              <a:off x="11959772" y="5600700"/>
              <a:ext cx="508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_s12k23">
              <a:extLst>
                <a:ext uri="{FF2B5EF4-FFF2-40B4-BE49-F238E27FC236}">
                  <a16:creationId xmlns:a16="http://schemas.microsoft.com/office/drawing/2014/main" id="{DE7C7BB1-1C90-4A02-86B1-BE5CFC8E7E50}"/>
                </a:ext>
              </a:extLst>
            </p:cNvPr>
            <p:cNvCxnSpPr/>
            <p:nvPr/>
          </p:nvCxnSpPr>
          <p:spPr>
            <a:xfrm flipH="1" flipV="1">
              <a:off x="12019287" y="5457016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_s12k24">
              <a:extLst>
                <a:ext uri="{FF2B5EF4-FFF2-40B4-BE49-F238E27FC236}">
                  <a16:creationId xmlns:a16="http://schemas.microsoft.com/office/drawing/2014/main" id="{A99C2254-858D-425E-A99A-FCAC2FD53940}"/>
                </a:ext>
              </a:extLst>
            </p:cNvPr>
            <p:cNvCxnSpPr/>
            <p:nvPr/>
          </p:nvCxnSpPr>
          <p:spPr>
            <a:xfrm flipV="1">
              <a:off x="12162972" y="5397500"/>
              <a:ext cx="0" cy="508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_s12k25">
              <a:extLst>
                <a:ext uri="{FF2B5EF4-FFF2-40B4-BE49-F238E27FC236}">
                  <a16:creationId xmlns:a16="http://schemas.microsoft.com/office/drawing/2014/main" id="{D34C4459-92C6-4C9B-BC06-568B3D4B73F5}"/>
                </a:ext>
              </a:extLst>
            </p:cNvPr>
            <p:cNvCxnSpPr/>
            <p:nvPr/>
          </p:nvCxnSpPr>
          <p:spPr>
            <a:xfrm flipV="1">
              <a:off x="12270735" y="5457016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_s12k26">
              <a:extLst>
                <a:ext uri="{FF2B5EF4-FFF2-40B4-BE49-F238E27FC236}">
                  <a16:creationId xmlns:a16="http://schemas.microsoft.com/office/drawing/2014/main" id="{F8F05967-4447-4BE4-AEC3-49C10C84B0C8}"/>
                </a:ext>
              </a:extLst>
            </p:cNvPr>
            <p:cNvSpPr/>
            <p:nvPr/>
          </p:nvSpPr>
          <p:spPr>
            <a:xfrm>
              <a:off x="12055022" y="5492750"/>
              <a:ext cx="215900" cy="2159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_s12k27">
              <a:extLst>
                <a:ext uri="{FF2B5EF4-FFF2-40B4-BE49-F238E27FC236}">
                  <a16:creationId xmlns:a16="http://schemas.microsoft.com/office/drawing/2014/main" id="{4EBD054C-4DA1-41C1-8E24-90D6FCF05055}"/>
                </a:ext>
              </a:extLst>
            </p:cNvPr>
            <p:cNvSpPr/>
            <p:nvPr/>
          </p:nvSpPr>
          <p:spPr>
            <a:xfrm>
              <a:off x="11781972" y="5600700"/>
              <a:ext cx="482600" cy="304800"/>
            </a:xfrm>
            <a:prstGeom prst="cloud">
              <a:avLst/>
            </a:prstGeom>
            <a:solidFill>
              <a:srgbClr val="C5CCD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_s12k28">
              <a:extLst>
                <a:ext uri="{FF2B5EF4-FFF2-40B4-BE49-F238E27FC236}">
                  <a16:creationId xmlns:a16="http://schemas.microsoft.com/office/drawing/2014/main" id="{126846C2-8A41-4E15-A09F-46684538F277}"/>
                </a:ext>
              </a:extLst>
            </p:cNvPr>
            <p:cNvSpPr txBox="1"/>
            <p:nvPr/>
          </p:nvSpPr>
          <p:spPr>
            <a:xfrm>
              <a:off x="11680372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5B8DE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여유</a:t>
              </a:r>
            </a:p>
          </p:txBody>
        </p:sp>
      </p:grpSp>
      <p:grpSp>
        <p:nvGrpSpPr>
          <p:cNvPr id="40" name="!!s1_day2">
            <a:extLst>
              <a:ext uri="{FF2B5EF4-FFF2-40B4-BE49-F238E27FC236}">
                <a16:creationId xmlns:a16="http://schemas.microsoft.com/office/drawing/2014/main" id="{C1933D02-A534-41D2-B0C6-A15B04CC964F}"/>
              </a:ext>
            </a:extLst>
          </p:cNvPr>
          <p:cNvGrpSpPr/>
          <p:nvPr/>
        </p:nvGrpSpPr>
        <p:grpSpPr>
          <a:xfrm>
            <a:off x="12507685" y="4902200"/>
            <a:ext cx="762000" cy="1597799"/>
            <a:chOff x="12507685" y="4902200"/>
            <a:chExt cx="762000" cy="1597799"/>
          </a:xfrm>
        </p:grpSpPr>
        <p:sp>
          <p:nvSpPr>
            <p:cNvPr id="37" name="_s12k29">
              <a:extLst>
                <a:ext uri="{FF2B5EF4-FFF2-40B4-BE49-F238E27FC236}">
                  <a16:creationId xmlns:a16="http://schemas.microsoft.com/office/drawing/2014/main" id="{AF1E2828-E3AD-4EAD-9CCC-76F412C0756D}"/>
                </a:ext>
              </a:extLst>
            </p:cNvPr>
            <p:cNvSpPr txBox="1"/>
            <p:nvPr/>
          </p:nvSpPr>
          <p:spPr>
            <a:xfrm>
              <a:off x="12507685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수</a:t>
              </a:r>
            </a:p>
          </p:txBody>
        </p:sp>
        <p:sp>
          <p:nvSpPr>
            <p:cNvPr id="38" name="_s12k30">
              <a:extLst>
                <a:ext uri="{FF2B5EF4-FFF2-40B4-BE49-F238E27FC236}">
                  <a16:creationId xmlns:a16="http://schemas.microsoft.com/office/drawing/2014/main" id="{3E7017EE-E02C-4326-806C-7020BDD6432F}"/>
                </a:ext>
              </a:extLst>
            </p:cNvPr>
            <p:cNvSpPr/>
            <p:nvPr/>
          </p:nvSpPr>
          <p:spPr>
            <a:xfrm>
              <a:off x="12621985" y="5518150"/>
              <a:ext cx="533401" cy="342900"/>
            </a:xfrm>
            <a:prstGeom prst="cloud">
              <a:avLst/>
            </a:prstGeom>
            <a:solidFill>
              <a:srgbClr val="C5CCD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_s12k31">
              <a:extLst>
                <a:ext uri="{FF2B5EF4-FFF2-40B4-BE49-F238E27FC236}">
                  <a16:creationId xmlns:a16="http://schemas.microsoft.com/office/drawing/2014/main" id="{6CCB4489-5336-4326-896D-F66EBFA95144}"/>
                </a:ext>
              </a:extLst>
            </p:cNvPr>
            <p:cNvSpPr txBox="1"/>
            <p:nvPr/>
          </p:nvSpPr>
          <p:spPr>
            <a:xfrm>
              <a:off x="12507685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빠듯</a:t>
              </a:r>
            </a:p>
          </p:txBody>
        </p:sp>
      </p:grpSp>
      <p:sp>
        <p:nvSpPr>
          <p:cNvPr id="41" name="!!s1_tint">
            <a:extLst>
              <a:ext uri="{FF2B5EF4-FFF2-40B4-BE49-F238E27FC236}">
                <a16:creationId xmlns:a16="http://schemas.microsoft.com/office/drawing/2014/main" id="{6FA75039-093C-44EA-ABBA-43C3BF3B8EC9}"/>
              </a:ext>
            </a:extLst>
          </p:cNvPr>
          <p:cNvSpPr/>
          <p:nvPr/>
        </p:nvSpPr>
        <p:spPr>
          <a:xfrm>
            <a:off x="13347700" y="4800600"/>
            <a:ext cx="736600" cy="1905000"/>
          </a:xfrm>
          <a:prstGeom prst="roundRect">
            <a:avLst>
              <a:gd name="adj" fmla="val 30000"/>
            </a:avLst>
          </a:prstGeom>
          <a:solidFill>
            <a:srgbClr val="F8E7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!!s1_day3">
            <a:extLst>
              <a:ext uri="{FF2B5EF4-FFF2-40B4-BE49-F238E27FC236}">
                <a16:creationId xmlns:a16="http://schemas.microsoft.com/office/drawing/2014/main" id="{DA10FB6E-9A15-4191-9D31-692C4AAA91CB}"/>
              </a:ext>
            </a:extLst>
          </p:cNvPr>
          <p:cNvGrpSpPr/>
          <p:nvPr/>
        </p:nvGrpSpPr>
        <p:grpSpPr>
          <a:xfrm>
            <a:off x="13335000" y="4902200"/>
            <a:ext cx="762000" cy="1597799"/>
            <a:chOff x="13335000" y="4902200"/>
            <a:chExt cx="762000" cy="1597799"/>
          </a:xfrm>
        </p:grpSpPr>
        <p:sp>
          <p:nvSpPr>
            <p:cNvPr id="42" name="_s12k33">
              <a:extLst>
                <a:ext uri="{FF2B5EF4-FFF2-40B4-BE49-F238E27FC236}">
                  <a16:creationId xmlns:a16="http://schemas.microsoft.com/office/drawing/2014/main" id="{36C9DBAD-1B4C-4322-A34F-0B0C2D3EE84C}"/>
                </a:ext>
              </a:extLst>
            </p:cNvPr>
            <p:cNvSpPr txBox="1"/>
            <p:nvPr/>
          </p:nvSpPr>
          <p:spPr>
            <a:xfrm>
              <a:off x="13335000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목</a:t>
              </a:r>
            </a:p>
          </p:txBody>
        </p:sp>
        <p:sp>
          <p:nvSpPr>
            <p:cNvPr id="43" name="_s12k34">
              <a:extLst>
                <a:ext uri="{FF2B5EF4-FFF2-40B4-BE49-F238E27FC236}">
                  <a16:creationId xmlns:a16="http://schemas.microsoft.com/office/drawing/2014/main" id="{0ADD8EF1-CEAD-4138-86BF-842B8CE5474E}"/>
                </a:ext>
              </a:extLst>
            </p:cNvPr>
            <p:cNvSpPr/>
            <p:nvPr/>
          </p:nvSpPr>
          <p:spPr>
            <a:xfrm>
              <a:off x="13449300" y="5429250"/>
              <a:ext cx="533400" cy="342900"/>
            </a:xfrm>
            <a:prstGeom prst="cloud">
              <a:avLst/>
            </a:prstGeom>
            <a:solidFill>
              <a:srgbClr val="8E99A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_s12k35">
              <a:extLst>
                <a:ext uri="{FF2B5EF4-FFF2-40B4-BE49-F238E27FC236}">
                  <a16:creationId xmlns:a16="http://schemas.microsoft.com/office/drawing/2014/main" id="{94CC3481-28DF-4736-AE11-6641C7F9B0A5}"/>
                </a:ext>
              </a:extLst>
            </p:cNvPr>
            <p:cNvCxnSpPr/>
            <p:nvPr/>
          </p:nvCxnSpPr>
          <p:spPr>
            <a:xfrm flipH="1">
              <a:off x="13563600" y="5816600"/>
              <a:ext cx="50800" cy="114300"/>
            </a:xfrm>
            <a:prstGeom prst="line">
              <a:avLst/>
            </a:prstGeom>
            <a:ln w="31750">
              <a:solidFill>
                <a:srgbClr val="C24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_s12k36">
              <a:extLst>
                <a:ext uri="{FF2B5EF4-FFF2-40B4-BE49-F238E27FC236}">
                  <a16:creationId xmlns:a16="http://schemas.microsoft.com/office/drawing/2014/main" id="{32FB5A6B-415B-47C0-82B6-E42F7634C9A6}"/>
                </a:ext>
              </a:extLst>
            </p:cNvPr>
            <p:cNvCxnSpPr/>
            <p:nvPr/>
          </p:nvCxnSpPr>
          <p:spPr>
            <a:xfrm flipH="1">
              <a:off x="13690600" y="5816600"/>
              <a:ext cx="50800" cy="114300"/>
            </a:xfrm>
            <a:prstGeom prst="line">
              <a:avLst/>
            </a:prstGeom>
            <a:ln w="31750">
              <a:solidFill>
                <a:srgbClr val="C24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_s12k37">
              <a:extLst>
                <a:ext uri="{FF2B5EF4-FFF2-40B4-BE49-F238E27FC236}">
                  <a16:creationId xmlns:a16="http://schemas.microsoft.com/office/drawing/2014/main" id="{D833630E-5F90-4C4A-94DB-764857AB136C}"/>
                </a:ext>
              </a:extLst>
            </p:cNvPr>
            <p:cNvCxnSpPr/>
            <p:nvPr/>
          </p:nvCxnSpPr>
          <p:spPr>
            <a:xfrm flipH="1">
              <a:off x="13817600" y="5816600"/>
              <a:ext cx="50800" cy="114300"/>
            </a:xfrm>
            <a:prstGeom prst="line">
              <a:avLst/>
            </a:prstGeom>
            <a:ln w="31750">
              <a:solidFill>
                <a:srgbClr val="C24E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_s12k38">
              <a:extLst>
                <a:ext uri="{FF2B5EF4-FFF2-40B4-BE49-F238E27FC236}">
                  <a16:creationId xmlns:a16="http://schemas.microsoft.com/office/drawing/2014/main" id="{246D2299-7236-43A6-A425-3F420CF8B2CD}"/>
                </a:ext>
              </a:extLst>
            </p:cNvPr>
            <p:cNvSpPr txBox="1"/>
            <p:nvPr/>
          </p:nvSpPr>
          <p:spPr>
            <a:xfrm>
              <a:off x="13335000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>
                  <a:solidFill>
                    <a:srgbClr val="C24E4E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부족</a:t>
              </a:r>
            </a:p>
          </p:txBody>
        </p:sp>
      </p:grpSp>
      <p:grpSp>
        <p:nvGrpSpPr>
          <p:cNvPr id="61" name="!!s1_day4">
            <a:extLst>
              <a:ext uri="{FF2B5EF4-FFF2-40B4-BE49-F238E27FC236}">
                <a16:creationId xmlns:a16="http://schemas.microsoft.com/office/drawing/2014/main" id="{2900810C-FFC8-4C9E-AE6B-C2523BA96FE5}"/>
              </a:ext>
            </a:extLst>
          </p:cNvPr>
          <p:cNvGrpSpPr/>
          <p:nvPr/>
        </p:nvGrpSpPr>
        <p:grpSpPr>
          <a:xfrm>
            <a:off x="14162314" y="4902200"/>
            <a:ext cx="762000" cy="1597799"/>
            <a:chOff x="14162314" y="4902200"/>
            <a:chExt cx="762000" cy="1597799"/>
          </a:xfrm>
        </p:grpSpPr>
        <p:sp>
          <p:nvSpPr>
            <p:cNvPr id="49" name="_s12k39">
              <a:extLst>
                <a:ext uri="{FF2B5EF4-FFF2-40B4-BE49-F238E27FC236}">
                  <a16:creationId xmlns:a16="http://schemas.microsoft.com/office/drawing/2014/main" id="{E0267497-FD93-40E4-97F7-B8784AF53BA2}"/>
                </a:ext>
              </a:extLst>
            </p:cNvPr>
            <p:cNvSpPr txBox="1"/>
            <p:nvPr/>
          </p:nvSpPr>
          <p:spPr>
            <a:xfrm>
              <a:off x="14162314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금</a:t>
              </a:r>
            </a:p>
          </p:txBody>
        </p:sp>
        <p:cxnSp>
          <p:nvCxnSpPr>
            <p:cNvPr id="50" name="_s12k40">
              <a:extLst>
                <a:ext uri="{FF2B5EF4-FFF2-40B4-BE49-F238E27FC236}">
                  <a16:creationId xmlns:a16="http://schemas.microsoft.com/office/drawing/2014/main" id="{227397F9-89EB-49A1-8E07-FF02339858CE}"/>
                </a:ext>
              </a:extLst>
            </p:cNvPr>
            <p:cNvCxnSpPr/>
            <p:nvPr/>
          </p:nvCxnSpPr>
          <p:spPr>
            <a:xfrm>
              <a:off x="14797314" y="5600700"/>
              <a:ext cx="508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_s12k41">
              <a:extLst>
                <a:ext uri="{FF2B5EF4-FFF2-40B4-BE49-F238E27FC236}">
                  <a16:creationId xmlns:a16="http://schemas.microsoft.com/office/drawing/2014/main" id="{FC59073F-18B0-4A53-9AD7-72D2FC403E09}"/>
                </a:ext>
              </a:extLst>
            </p:cNvPr>
            <p:cNvCxnSpPr/>
            <p:nvPr/>
          </p:nvCxnSpPr>
          <p:spPr>
            <a:xfrm>
              <a:off x="14752676" y="5708463"/>
              <a:ext cx="35922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_s12k42">
              <a:extLst>
                <a:ext uri="{FF2B5EF4-FFF2-40B4-BE49-F238E27FC236}">
                  <a16:creationId xmlns:a16="http://schemas.microsoft.com/office/drawing/2014/main" id="{D8B3E583-DED3-4A81-9CF3-4B5FDEA3187C}"/>
                </a:ext>
              </a:extLst>
            </p:cNvPr>
            <p:cNvCxnSpPr/>
            <p:nvPr/>
          </p:nvCxnSpPr>
          <p:spPr>
            <a:xfrm>
              <a:off x="14644914" y="5753100"/>
              <a:ext cx="0" cy="508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_s12k43">
              <a:extLst>
                <a:ext uri="{FF2B5EF4-FFF2-40B4-BE49-F238E27FC236}">
                  <a16:creationId xmlns:a16="http://schemas.microsoft.com/office/drawing/2014/main" id="{DAA36890-B85F-43E9-A7BB-9402991EE62D}"/>
                </a:ext>
              </a:extLst>
            </p:cNvPr>
            <p:cNvCxnSpPr/>
            <p:nvPr/>
          </p:nvCxnSpPr>
          <p:spPr>
            <a:xfrm flipH="1">
              <a:off x="14501230" y="5708463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_s12k44">
              <a:extLst>
                <a:ext uri="{FF2B5EF4-FFF2-40B4-BE49-F238E27FC236}">
                  <a16:creationId xmlns:a16="http://schemas.microsoft.com/office/drawing/2014/main" id="{65898642-48BA-4DBA-90F8-60829E644F6C}"/>
                </a:ext>
              </a:extLst>
            </p:cNvPr>
            <p:cNvCxnSpPr/>
            <p:nvPr/>
          </p:nvCxnSpPr>
          <p:spPr>
            <a:xfrm flipH="1">
              <a:off x="14441714" y="5600700"/>
              <a:ext cx="508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_s12k45">
              <a:extLst>
                <a:ext uri="{FF2B5EF4-FFF2-40B4-BE49-F238E27FC236}">
                  <a16:creationId xmlns:a16="http://schemas.microsoft.com/office/drawing/2014/main" id="{469717CB-8181-43BA-A365-F6B80568C993}"/>
                </a:ext>
              </a:extLst>
            </p:cNvPr>
            <p:cNvCxnSpPr/>
            <p:nvPr/>
          </p:nvCxnSpPr>
          <p:spPr>
            <a:xfrm flipH="1" flipV="1">
              <a:off x="14501230" y="5457016"/>
              <a:ext cx="35921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_s12k46">
              <a:extLst>
                <a:ext uri="{FF2B5EF4-FFF2-40B4-BE49-F238E27FC236}">
                  <a16:creationId xmlns:a16="http://schemas.microsoft.com/office/drawing/2014/main" id="{C34B30EF-F13C-4DD3-A33D-F1AC379D8DA8}"/>
                </a:ext>
              </a:extLst>
            </p:cNvPr>
            <p:cNvCxnSpPr/>
            <p:nvPr/>
          </p:nvCxnSpPr>
          <p:spPr>
            <a:xfrm flipV="1">
              <a:off x="14644914" y="5397500"/>
              <a:ext cx="0" cy="508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_s12k47">
              <a:extLst>
                <a:ext uri="{FF2B5EF4-FFF2-40B4-BE49-F238E27FC236}">
                  <a16:creationId xmlns:a16="http://schemas.microsoft.com/office/drawing/2014/main" id="{9192FF6D-1233-4F86-B1BC-7D9C6000577B}"/>
                </a:ext>
              </a:extLst>
            </p:cNvPr>
            <p:cNvCxnSpPr/>
            <p:nvPr/>
          </p:nvCxnSpPr>
          <p:spPr>
            <a:xfrm flipV="1">
              <a:off x="14752676" y="5457016"/>
              <a:ext cx="35922" cy="3592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_s12k48">
              <a:extLst>
                <a:ext uri="{FF2B5EF4-FFF2-40B4-BE49-F238E27FC236}">
                  <a16:creationId xmlns:a16="http://schemas.microsoft.com/office/drawing/2014/main" id="{D8E1D95F-8E25-4927-8131-BF3060907928}"/>
                </a:ext>
              </a:extLst>
            </p:cNvPr>
            <p:cNvSpPr/>
            <p:nvPr/>
          </p:nvSpPr>
          <p:spPr>
            <a:xfrm>
              <a:off x="14536964" y="5492750"/>
              <a:ext cx="215900" cy="2159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_s12k49">
              <a:extLst>
                <a:ext uri="{FF2B5EF4-FFF2-40B4-BE49-F238E27FC236}">
                  <a16:creationId xmlns:a16="http://schemas.microsoft.com/office/drawing/2014/main" id="{37749535-5B9B-4C8F-85DC-61EB6CED5A73}"/>
                </a:ext>
              </a:extLst>
            </p:cNvPr>
            <p:cNvSpPr/>
            <p:nvPr/>
          </p:nvSpPr>
          <p:spPr>
            <a:xfrm>
              <a:off x="14263914" y="5600700"/>
              <a:ext cx="482600" cy="304800"/>
            </a:xfrm>
            <a:prstGeom prst="cloud">
              <a:avLst/>
            </a:prstGeom>
            <a:solidFill>
              <a:srgbClr val="C5CCD6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_s12k50">
              <a:extLst>
                <a:ext uri="{FF2B5EF4-FFF2-40B4-BE49-F238E27FC236}">
                  <a16:creationId xmlns:a16="http://schemas.microsoft.com/office/drawing/2014/main" id="{C3B238FB-4A05-48E1-8AE0-19D5CFBB8F88}"/>
                </a:ext>
              </a:extLst>
            </p:cNvPr>
            <p:cNvSpPr txBox="1"/>
            <p:nvPr/>
          </p:nvSpPr>
          <p:spPr>
            <a:xfrm>
              <a:off x="14162314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5B8DE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입금</a:t>
              </a:r>
            </a:p>
          </p:txBody>
        </p:sp>
      </p:grpSp>
      <p:grpSp>
        <p:nvGrpSpPr>
          <p:cNvPr id="73" name="!!s1_day5">
            <a:extLst>
              <a:ext uri="{FF2B5EF4-FFF2-40B4-BE49-F238E27FC236}">
                <a16:creationId xmlns:a16="http://schemas.microsoft.com/office/drawing/2014/main" id="{E673A81E-428A-427E-8D98-DB680A9E68CA}"/>
              </a:ext>
            </a:extLst>
          </p:cNvPr>
          <p:cNvGrpSpPr/>
          <p:nvPr/>
        </p:nvGrpSpPr>
        <p:grpSpPr>
          <a:xfrm>
            <a:off x="14989629" y="4902200"/>
            <a:ext cx="762000" cy="1597799"/>
            <a:chOff x="14989629" y="4902200"/>
            <a:chExt cx="762000" cy="1597799"/>
          </a:xfrm>
        </p:grpSpPr>
        <p:sp>
          <p:nvSpPr>
            <p:cNvPr id="62" name="_s12k51">
              <a:extLst>
                <a:ext uri="{FF2B5EF4-FFF2-40B4-BE49-F238E27FC236}">
                  <a16:creationId xmlns:a16="http://schemas.microsoft.com/office/drawing/2014/main" id="{0A33BE78-362E-4E82-B1C6-A2E65DE569E9}"/>
                </a:ext>
              </a:extLst>
            </p:cNvPr>
            <p:cNvSpPr txBox="1"/>
            <p:nvPr/>
          </p:nvSpPr>
          <p:spPr>
            <a:xfrm>
              <a:off x="14989629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토</a:t>
              </a:r>
            </a:p>
          </p:txBody>
        </p:sp>
        <p:cxnSp>
          <p:nvCxnSpPr>
            <p:cNvPr id="63" name="_s12k52">
              <a:extLst>
                <a:ext uri="{FF2B5EF4-FFF2-40B4-BE49-F238E27FC236}">
                  <a16:creationId xmlns:a16="http://schemas.microsoft.com/office/drawing/2014/main" id="{20456087-88EF-4D8E-957D-F782C475D968}"/>
                </a:ext>
              </a:extLst>
            </p:cNvPr>
            <p:cNvCxnSpPr/>
            <p:nvPr/>
          </p:nvCxnSpPr>
          <p:spPr>
            <a:xfrm>
              <a:off x="15561129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_s12k53">
              <a:extLst>
                <a:ext uri="{FF2B5EF4-FFF2-40B4-BE49-F238E27FC236}">
                  <a16:creationId xmlns:a16="http://schemas.microsoft.com/office/drawing/2014/main" id="{AC3228F3-81EE-4704-A6B6-BF0DAA6C5D78}"/>
                </a:ext>
              </a:extLst>
            </p:cNvPr>
            <p:cNvCxnSpPr/>
            <p:nvPr/>
          </p:nvCxnSpPr>
          <p:spPr>
            <a:xfrm>
              <a:off x="15505333" y="5824304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_s12k54">
              <a:extLst>
                <a:ext uri="{FF2B5EF4-FFF2-40B4-BE49-F238E27FC236}">
                  <a16:creationId xmlns:a16="http://schemas.microsoft.com/office/drawing/2014/main" id="{27D84BA0-12E0-4973-B729-0F0551B8E391}"/>
                </a:ext>
              </a:extLst>
            </p:cNvPr>
            <p:cNvCxnSpPr/>
            <p:nvPr/>
          </p:nvCxnSpPr>
          <p:spPr>
            <a:xfrm>
              <a:off x="15370629" y="58801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_s12k55">
              <a:extLst>
                <a:ext uri="{FF2B5EF4-FFF2-40B4-BE49-F238E27FC236}">
                  <a16:creationId xmlns:a16="http://schemas.microsoft.com/office/drawing/2014/main" id="{5901BF5D-481F-43E2-849A-570EAF4CAA9F}"/>
                </a:ext>
              </a:extLst>
            </p:cNvPr>
            <p:cNvCxnSpPr/>
            <p:nvPr/>
          </p:nvCxnSpPr>
          <p:spPr>
            <a:xfrm flipH="1">
              <a:off x="15182044" y="5824304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_s12k56">
              <a:extLst>
                <a:ext uri="{FF2B5EF4-FFF2-40B4-BE49-F238E27FC236}">
                  <a16:creationId xmlns:a16="http://schemas.microsoft.com/office/drawing/2014/main" id="{625E13EE-5F3B-41ED-BDAF-F7078A002DC4}"/>
                </a:ext>
              </a:extLst>
            </p:cNvPr>
            <p:cNvCxnSpPr/>
            <p:nvPr/>
          </p:nvCxnSpPr>
          <p:spPr>
            <a:xfrm flipH="1">
              <a:off x="15103929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_s12k57">
              <a:extLst>
                <a:ext uri="{FF2B5EF4-FFF2-40B4-BE49-F238E27FC236}">
                  <a16:creationId xmlns:a16="http://schemas.microsoft.com/office/drawing/2014/main" id="{A8DF38AC-11CF-4577-BDEE-388549CFE714}"/>
                </a:ext>
              </a:extLst>
            </p:cNvPr>
            <p:cNvCxnSpPr/>
            <p:nvPr/>
          </p:nvCxnSpPr>
          <p:spPr>
            <a:xfrm flipH="1" flipV="1">
              <a:off x="15182044" y="5501015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_s12k58">
              <a:extLst>
                <a:ext uri="{FF2B5EF4-FFF2-40B4-BE49-F238E27FC236}">
                  <a16:creationId xmlns:a16="http://schemas.microsoft.com/office/drawing/2014/main" id="{F03EA456-0E02-4FAC-9190-1199E8EDD38C}"/>
                </a:ext>
              </a:extLst>
            </p:cNvPr>
            <p:cNvCxnSpPr/>
            <p:nvPr/>
          </p:nvCxnSpPr>
          <p:spPr>
            <a:xfrm flipV="1">
              <a:off x="15370629" y="54229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_s12k59">
              <a:extLst>
                <a:ext uri="{FF2B5EF4-FFF2-40B4-BE49-F238E27FC236}">
                  <a16:creationId xmlns:a16="http://schemas.microsoft.com/office/drawing/2014/main" id="{2AF36DD6-E1EF-4AA6-B32E-093162EFD64D}"/>
                </a:ext>
              </a:extLst>
            </p:cNvPr>
            <p:cNvCxnSpPr/>
            <p:nvPr/>
          </p:nvCxnSpPr>
          <p:spPr>
            <a:xfrm flipV="1">
              <a:off x="15505333" y="5501015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_s12k60">
              <a:extLst>
                <a:ext uri="{FF2B5EF4-FFF2-40B4-BE49-F238E27FC236}">
                  <a16:creationId xmlns:a16="http://schemas.microsoft.com/office/drawing/2014/main" id="{3560EEB3-E325-440D-93DC-D372DC9C6818}"/>
                </a:ext>
              </a:extLst>
            </p:cNvPr>
            <p:cNvSpPr/>
            <p:nvPr/>
          </p:nvSpPr>
          <p:spPr>
            <a:xfrm>
              <a:off x="15230929" y="5549900"/>
              <a:ext cx="279400" cy="2794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_s12k61">
              <a:extLst>
                <a:ext uri="{FF2B5EF4-FFF2-40B4-BE49-F238E27FC236}">
                  <a16:creationId xmlns:a16="http://schemas.microsoft.com/office/drawing/2014/main" id="{B2E07C19-3601-479C-A4A1-6D32C181B6FC}"/>
                </a:ext>
              </a:extLst>
            </p:cNvPr>
            <p:cNvSpPr txBox="1"/>
            <p:nvPr/>
          </p:nvSpPr>
          <p:spPr>
            <a:xfrm>
              <a:off x="14989629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5B8DE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여유</a:t>
              </a:r>
            </a:p>
          </p:txBody>
        </p:sp>
      </p:grpSp>
      <p:grpSp>
        <p:nvGrpSpPr>
          <p:cNvPr id="85" name="!!s1_day6">
            <a:extLst>
              <a:ext uri="{FF2B5EF4-FFF2-40B4-BE49-F238E27FC236}">
                <a16:creationId xmlns:a16="http://schemas.microsoft.com/office/drawing/2014/main" id="{0D490BF0-A6A8-4B38-91F4-DC5AD08DBCD1}"/>
              </a:ext>
            </a:extLst>
          </p:cNvPr>
          <p:cNvGrpSpPr/>
          <p:nvPr/>
        </p:nvGrpSpPr>
        <p:grpSpPr>
          <a:xfrm>
            <a:off x="15816943" y="4902200"/>
            <a:ext cx="762000" cy="1597799"/>
            <a:chOff x="15816943" y="4902200"/>
            <a:chExt cx="762000" cy="1597799"/>
          </a:xfrm>
        </p:grpSpPr>
        <p:sp>
          <p:nvSpPr>
            <p:cNvPr id="74" name="_s12k62">
              <a:extLst>
                <a:ext uri="{FF2B5EF4-FFF2-40B4-BE49-F238E27FC236}">
                  <a16:creationId xmlns:a16="http://schemas.microsoft.com/office/drawing/2014/main" id="{32932E6E-30D9-41EA-90F0-3D5AD6AE2FAD}"/>
                </a:ext>
              </a:extLst>
            </p:cNvPr>
            <p:cNvSpPr txBox="1"/>
            <p:nvPr/>
          </p:nvSpPr>
          <p:spPr>
            <a:xfrm>
              <a:off x="15816943" y="49022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667085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일</a:t>
              </a:r>
            </a:p>
          </p:txBody>
        </p:sp>
        <p:cxnSp>
          <p:nvCxnSpPr>
            <p:cNvPr id="75" name="_s12k63">
              <a:extLst>
                <a:ext uri="{FF2B5EF4-FFF2-40B4-BE49-F238E27FC236}">
                  <a16:creationId xmlns:a16="http://schemas.microsoft.com/office/drawing/2014/main" id="{23861BE8-3D0D-48F8-8A98-8A9BAC83FDA2}"/>
                </a:ext>
              </a:extLst>
            </p:cNvPr>
            <p:cNvCxnSpPr/>
            <p:nvPr/>
          </p:nvCxnSpPr>
          <p:spPr>
            <a:xfrm>
              <a:off x="16388443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_s12k64">
              <a:extLst>
                <a:ext uri="{FF2B5EF4-FFF2-40B4-BE49-F238E27FC236}">
                  <a16:creationId xmlns:a16="http://schemas.microsoft.com/office/drawing/2014/main" id="{7AB2076D-CB9D-413E-9E96-321C204CB9FB}"/>
                </a:ext>
              </a:extLst>
            </p:cNvPr>
            <p:cNvCxnSpPr/>
            <p:nvPr/>
          </p:nvCxnSpPr>
          <p:spPr>
            <a:xfrm>
              <a:off x="16332646" y="5824304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_s12k65">
              <a:extLst>
                <a:ext uri="{FF2B5EF4-FFF2-40B4-BE49-F238E27FC236}">
                  <a16:creationId xmlns:a16="http://schemas.microsoft.com/office/drawing/2014/main" id="{289EB6E8-8A22-460B-8562-8BDD47B5F2F5}"/>
                </a:ext>
              </a:extLst>
            </p:cNvPr>
            <p:cNvCxnSpPr/>
            <p:nvPr/>
          </p:nvCxnSpPr>
          <p:spPr>
            <a:xfrm>
              <a:off x="16197943" y="58801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_s12k66">
              <a:extLst>
                <a:ext uri="{FF2B5EF4-FFF2-40B4-BE49-F238E27FC236}">
                  <a16:creationId xmlns:a16="http://schemas.microsoft.com/office/drawing/2014/main" id="{6191458D-544A-4123-B154-CF95DC8F91C3}"/>
                </a:ext>
              </a:extLst>
            </p:cNvPr>
            <p:cNvCxnSpPr/>
            <p:nvPr/>
          </p:nvCxnSpPr>
          <p:spPr>
            <a:xfrm flipH="1">
              <a:off x="16009358" y="5824304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_s12k67">
              <a:extLst>
                <a:ext uri="{FF2B5EF4-FFF2-40B4-BE49-F238E27FC236}">
                  <a16:creationId xmlns:a16="http://schemas.microsoft.com/office/drawing/2014/main" id="{856A7C6E-BFB7-4114-977F-F6ACF88C559D}"/>
                </a:ext>
              </a:extLst>
            </p:cNvPr>
            <p:cNvCxnSpPr/>
            <p:nvPr/>
          </p:nvCxnSpPr>
          <p:spPr>
            <a:xfrm flipH="1">
              <a:off x="15931243" y="5689600"/>
              <a:ext cx="76200" cy="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_s12k68">
              <a:extLst>
                <a:ext uri="{FF2B5EF4-FFF2-40B4-BE49-F238E27FC236}">
                  <a16:creationId xmlns:a16="http://schemas.microsoft.com/office/drawing/2014/main" id="{00D66EC2-3448-428D-AE04-DCC70786DAFB}"/>
                </a:ext>
              </a:extLst>
            </p:cNvPr>
            <p:cNvCxnSpPr/>
            <p:nvPr/>
          </p:nvCxnSpPr>
          <p:spPr>
            <a:xfrm flipH="1" flipV="1">
              <a:off x="16009358" y="5501015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_s12k69">
              <a:extLst>
                <a:ext uri="{FF2B5EF4-FFF2-40B4-BE49-F238E27FC236}">
                  <a16:creationId xmlns:a16="http://schemas.microsoft.com/office/drawing/2014/main" id="{C5E55C01-03F4-42A3-9324-47B795F31085}"/>
                </a:ext>
              </a:extLst>
            </p:cNvPr>
            <p:cNvCxnSpPr/>
            <p:nvPr/>
          </p:nvCxnSpPr>
          <p:spPr>
            <a:xfrm flipV="1">
              <a:off x="16197943" y="5422900"/>
              <a:ext cx="0" cy="76200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_s12k70">
              <a:extLst>
                <a:ext uri="{FF2B5EF4-FFF2-40B4-BE49-F238E27FC236}">
                  <a16:creationId xmlns:a16="http://schemas.microsoft.com/office/drawing/2014/main" id="{6BA4789A-C6B4-4877-900A-7FFA5D9451E6}"/>
                </a:ext>
              </a:extLst>
            </p:cNvPr>
            <p:cNvCxnSpPr/>
            <p:nvPr/>
          </p:nvCxnSpPr>
          <p:spPr>
            <a:xfrm flipV="1">
              <a:off x="16332646" y="5501015"/>
              <a:ext cx="53882" cy="53881"/>
            </a:xfrm>
            <a:prstGeom prst="line">
              <a:avLst/>
            </a:prstGeom>
            <a:ln w="31750">
              <a:solidFill>
                <a:srgbClr val="EFB93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_s12k71">
              <a:extLst>
                <a:ext uri="{FF2B5EF4-FFF2-40B4-BE49-F238E27FC236}">
                  <a16:creationId xmlns:a16="http://schemas.microsoft.com/office/drawing/2014/main" id="{00F6E84E-AADD-49AA-BE2D-FC8793AF45F7}"/>
                </a:ext>
              </a:extLst>
            </p:cNvPr>
            <p:cNvSpPr/>
            <p:nvPr/>
          </p:nvSpPr>
          <p:spPr>
            <a:xfrm>
              <a:off x="16058243" y="5549900"/>
              <a:ext cx="279400" cy="2794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_s12k72">
              <a:extLst>
                <a:ext uri="{FF2B5EF4-FFF2-40B4-BE49-F238E27FC236}">
                  <a16:creationId xmlns:a16="http://schemas.microsoft.com/office/drawing/2014/main" id="{80A5F464-4C4E-4C3B-B3B1-58381323BF74}"/>
                </a:ext>
              </a:extLst>
            </p:cNvPr>
            <p:cNvSpPr txBox="1"/>
            <p:nvPr/>
          </p:nvSpPr>
          <p:spPr>
            <a:xfrm>
              <a:off x="15816943" y="6223000"/>
              <a:ext cx="762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ko-KR" altLang="en-US" dirty="0">
                  <a:solidFill>
                    <a:srgbClr val="5B8DE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여유</a:t>
              </a:r>
            </a:p>
          </p:txBody>
        </p:sp>
      </p:grpSp>
      <p:grpSp>
        <p:nvGrpSpPr>
          <p:cNvPr id="93" name="!!s1_toast">
            <a:extLst>
              <a:ext uri="{FF2B5EF4-FFF2-40B4-BE49-F238E27FC236}">
                <a16:creationId xmlns:a16="http://schemas.microsoft.com/office/drawing/2014/main" id="{B37AB5CD-49D2-4A43-ACCA-AAB3AA4E887A}"/>
              </a:ext>
            </a:extLst>
          </p:cNvPr>
          <p:cNvGrpSpPr/>
          <p:nvPr/>
        </p:nvGrpSpPr>
        <p:grpSpPr>
          <a:xfrm>
            <a:off x="10668000" y="2489200"/>
            <a:ext cx="6096000" cy="965200"/>
            <a:chOff x="10922000" y="2489200"/>
            <a:chExt cx="6096000" cy="965200"/>
          </a:xfrm>
        </p:grpSpPr>
        <p:sp>
          <p:nvSpPr>
            <p:cNvPr id="86" name="_s12k73">
              <a:extLst>
                <a:ext uri="{FF2B5EF4-FFF2-40B4-BE49-F238E27FC236}">
                  <a16:creationId xmlns:a16="http://schemas.microsoft.com/office/drawing/2014/main" id="{34576872-4A96-4AD9-A7BA-F13620C6F22F}"/>
                </a:ext>
              </a:extLst>
            </p:cNvPr>
            <p:cNvSpPr/>
            <p:nvPr/>
          </p:nvSpPr>
          <p:spPr>
            <a:xfrm>
              <a:off x="10922000" y="2489200"/>
              <a:ext cx="6096000" cy="965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54000" dist="76200" dir="5400000" rotWithShape="0">
                <a:srgbClr val="1B2233">
                  <a:alpha val="14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_s12k74">
              <a:extLst>
                <a:ext uri="{FF2B5EF4-FFF2-40B4-BE49-F238E27FC236}">
                  <a16:creationId xmlns:a16="http://schemas.microsoft.com/office/drawing/2014/main" id="{B2471508-506F-4502-B325-CAD5CFE08A4F}"/>
                </a:ext>
              </a:extLst>
            </p:cNvPr>
            <p:cNvSpPr/>
            <p:nvPr/>
          </p:nvSpPr>
          <p:spPr>
            <a:xfrm>
              <a:off x="11150600" y="2692400"/>
              <a:ext cx="558800" cy="558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_s12k75">
              <a:extLst>
                <a:ext uri="{FF2B5EF4-FFF2-40B4-BE49-F238E27FC236}">
                  <a16:creationId xmlns:a16="http://schemas.microsoft.com/office/drawing/2014/main" id="{F927D2F2-C7C6-4C56-9883-49B7E9255FD8}"/>
                </a:ext>
              </a:extLst>
            </p:cNvPr>
            <p:cNvSpPr/>
            <p:nvPr/>
          </p:nvSpPr>
          <p:spPr>
            <a:xfrm>
              <a:off x="11303000" y="2819400"/>
              <a:ext cx="254000" cy="2159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_s12k76">
              <a:extLst>
                <a:ext uri="{FF2B5EF4-FFF2-40B4-BE49-F238E27FC236}">
                  <a16:creationId xmlns:a16="http://schemas.microsoft.com/office/drawing/2014/main" id="{6A155CCD-5DC4-48A5-A5A8-8B16CFEE1BCE}"/>
                </a:ext>
              </a:extLst>
            </p:cNvPr>
            <p:cNvSpPr/>
            <p:nvPr/>
          </p:nvSpPr>
          <p:spPr>
            <a:xfrm>
              <a:off x="11252200" y="3022600"/>
              <a:ext cx="355600" cy="50800"/>
            </a:xfrm>
            <a:prstGeom prst="round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_s12k77">
              <a:extLst>
                <a:ext uri="{FF2B5EF4-FFF2-40B4-BE49-F238E27FC236}">
                  <a16:creationId xmlns:a16="http://schemas.microsoft.com/office/drawing/2014/main" id="{0EE3884B-5198-48DC-AD19-AD42A79E8688}"/>
                </a:ext>
              </a:extLst>
            </p:cNvPr>
            <p:cNvSpPr/>
            <p:nvPr/>
          </p:nvSpPr>
          <p:spPr>
            <a:xfrm>
              <a:off x="11385550" y="3073400"/>
              <a:ext cx="88900" cy="889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_s12k78">
              <a:extLst>
                <a:ext uri="{FF2B5EF4-FFF2-40B4-BE49-F238E27FC236}">
                  <a16:creationId xmlns:a16="http://schemas.microsoft.com/office/drawing/2014/main" id="{BF2AED76-D352-4D07-90C2-6BEE8AAF54DB}"/>
                </a:ext>
              </a:extLst>
            </p:cNvPr>
            <p:cNvSpPr txBox="1"/>
            <p:nvPr/>
          </p:nvSpPr>
          <p:spPr>
            <a:xfrm>
              <a:off x="11912600" y="2659677"/>
              <a:ext cx="48260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ko-KR" altLang="en-US" sz="1400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잔고예보 </a:t>
              </a:r>
              <a:r>
                <a:rPr lang="en-US" altLang="ko-KR" sz="1400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· </a:t>
              </a:r>
              <a:r>
                <a:rPr lang="ko-KR" altLang="en-US" sz="1400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지금</a:t>
              </a:r>
            </a:p>
          </p:txBody>
        </p:sp>
        <p:sp>
          <p:nvSpPr>
            <p:cNvPr id="92" name="_s12k79">
              <a:extLst>
                <a:ext uri="{FF2B5EF4-FFF2-40B4-BE49-F238E27FC236}">
                  <a16:creationId xmlns:a16="http://schemas.microsoft.com/office/drawing/2014/main" id="{01CFA360-A466-41F8-8C6C-F9B387B05A86}"/>
                </a:ext>
              </a:extLst>
            </p:cNvPr>
            <p:cNvSpPr txBox="1"/>
            <p:nvPr/>
          </p:nvSpPr>
          <p:spPr>
            <a:xfrm>
              <a:off x="11912600" y="2864823"/>
              <a:ext cx="4953000" cy="33855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ko-KR" altLang="en-US" sz="2200" dirty="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목요일에 잔고가 모자랄 예정이에요</a:t>
              </a:r>
            </a:p>
          </p:txBody>
        </p:sp>
      </p:grpSp>
      <p:sp>
        <p:nvSpPr>
          <p:cNvPr id="94" name="Text 3">
            <a:extLst>
              <a:ext uri="{FF2B5EF4-FFF2-40B4-BE49-F238E27FC236}">
                <a16:creationId xmlns:a16="http://schemas.microsoft.com/office/drawing/2014/main" id="{CB96989E-1C9B-4304-9D5F-57B9EF149E33}"/>
              </a:ext>
            </a:extLst>
          </p:cNvPr>
          <p:cNvSpPr txBox="1"/>
          <p:nvPr/>
        </p:nvSpPr>
        <p:spPr>
          <a:xfrm>
            <a:off x="1213247" y="6942603"/>
            <a:ext cx="5385683" cy="7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SSAFY</a:t>
            </a:r>
            <a:r>
              <a:rPr lang="ko-KR" altLang="en-US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광주 </a:t>
            </a:r>
            <a:r>
              <a:rPr lang="en-US" altLang="ko-KR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</a:t>
            </a:r>
            <a:r>
              <a:rPr lang="ko-KR" altLang="en-US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반 </a:t>
            </a:r>
            <a:r>
              <a:rPr lang="en-US" altLang="ko-KR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C105</a:t>
            </a:r>
            <a:endParaRPr lang="en-US" sz="2000" dirty="0"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3 L 0 0 E" pathEditMode="relative">
                                      <p:cBhvr from="" to="">
                                        <p:cTn id="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1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2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2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3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3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Motion origin="layout" path="M 0 0.015 L 0 0 E" pathEditMode="relative">
                                      <p:cBhvr from="" to="">
                                        <p:cTn id="3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Motion origin="layout" path="M 0 -0.03 L 0 0 E" pathEditMode="relative">
                                      <p:cBhvr from="" to="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B8BE75-CB3A-4448-B198-319A285FDFB1}"/>
              </a:ext>
            </a:extLst>
          </p:cNvPr>
          <p:cNvSpPr txBox="1"/>
          <p:nvPr/>
        </p:nvSpPr>
        <p:spPr>
          <a:xfrm>
            <a:off x="914400" y="739974"/>
            <a:ext cx="942566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목차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F88C8C8-F5B3-4FFE-AE43-22ACB02F6DE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!!s2_line">
            <a:extLst>
              <a:ext uri="{FF2B5EF4-FFF2-40B4-BE49-F238E27FC236}">
                <a16:creationId xmlns:a16="http://schemas.microsoft.com/office/drawing/2014/main" id="{5B24E001-A7E3-4B24-A8DD-F72B32DC3A09}"/>
              </a:ext>
            </a:extLst>
          </p:cNvPr>
          <p:cNvCxnSpPr/>
          <p:nvPr/>
        </p:nvCxnSpPr>
        <p:spPr>
          <a:xfrm>
            <a:off x="2394857" y="5842000"/>
            <a:ext cx="13498286" cy="0"/>
          </a:xfrm>
          <a:prstGeom prst="line">
            <a:avLst/>
          </a:prstGeom>
          <a:ln w="38100">
            <a:solidFill>
              <a:srgbClr val="CDD3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!!s2_stop0">
            <a:extLst>
              <a:ext uri="{FF2B5EF4-FFF2-40B4-BE49-F238E27FC236}">
                <a16:creationId xmlns:a16="http://schemas.microsoft.com/office/drawing/2014/main" id="{06A2CC17-BAEE-48C0-BD31-0E5334EE7CBE}"/>
              </a:ext>
            </a:extLst>
          </p:cNvPr>
          <p:cNvGrpSpPr/>
          <p:nvPr/>
        </p:nvGrpSpPr>
        <p:grpSpPr>
          <a:xfrm>
            <a:off x="1270000" y="4378067"/>
            <a:ext cx="2249714" cy="3384898"/>
            <a:chOff x="1270000" y="4378067"/>
            <a:chExt cx="2249714" cy="3384898"/>
          </a:xfrm>
        </p:grpSpPr>
        <p:sp>
          <p:nvSpPr>
            <p:cNvPr id="3" name="_s12k81">
              <a:extLst>
                <a:ext uri="{FF2B5EF4-FFF2-40B4-BE49-F238E27FC236}">
                  <a16:creationId xmlns:a16="http://schemas.microsoft.com/office/drawing/2014/main" id="{C24BB253-AB54-4FF7-BA00-B89BE87A3E65}"/>
                </a:ext>
              </a:extLst>
            </p:cNvPr>
            <p:cNvSpPr txBox="1"/>
            <p:nvPr/>
          </p:nvSpPr>
          <p:spPr>
            <a:xfrm>
              <a:off x="1270000" y="43780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3000">
                  <a:solidFill>
                    <a:srgbClr val="3565D8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01</a:t>
              </a:r>
              <a:endPara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sp>
          <p:nvSpPr>
            <p:cNvPr id="5" name="_s12k82">
              <a:extLst>
                <a:ext uri="{FF2B5EF4-FFF2-40B4-BE49-F238E27FC236}">
                  <a16:creationId xmlns:a16="http://schemas.microsoft.com/office/drawing/2014/main" id="{B186D9D5-13DB-45CD-BB68-20CDFABAA35E}"/>
                </a:ext>
              </a:extLst>
            </p:cNvPr>
            <p:cNvSpPr/>
            <p:nvPr/>
          </p:nvSpPr>
          <p:spPr>
            <a:xfrm>
              <a:off x="1734457" y="5181600"/>
              <a:ext cx="1320800" cy="1320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_s12k83">
              <a:extLst>
                <a:ext uri="{FF2B5EF4-FFF2-40B4-BE49-F238E27FC236}">
                  <a16:creationId xmlns:a16="http://schemas.microsoft.com/office/drawing/2014/main" id="{CCADEA0A-7114-4B8F-AD79-7CD8F49E688D}"/>
                </a:ext>
              </a:extLst>
            </p:cNvPr>
            <p:cNvSpPr/>
            <p:nvPr/>
          </p:nvSpPr>
          <p:spPr>
            <a:xfrm rot="5400000">
              <a:off x="2242457" y="5626100"/>
              <a:ext cx="381000" cy="431800"/>
            </a:xfrm>
            <a:prstGeom prst="triangl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_s12k84">
              <a:extLst>
                <a:ext uri="{FF2B5EF4-FFF2-40B4-BE49-F238E27FC236}">
                  <a16:creationId xmlns:a16="http://schemas.microsoft.com/office/drawing/2014/main" id="{EAF296D0-EF4E-4195-8164-3DACECAB8166}"/>
                </a:ext>
              </a:extLst>
            </p:cNvPr>
            <p:cNvSpPr txBox="1"/>
            <p:nvPr/>
          </p:nvSpPr>
          <p:spPr>
            <a:xfrm>
              <a:off x="1270000" y="6839635"/>
              <a:ext cx="2249714" cy="923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3000" dirty="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영상 및</a:t>
              </a:r>
              <a:endParaRPr lang="en-US" altLang="ko-KR" sz="3000" dirty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  <a:p>
              <a:pPr algn="ctr"/>
              <a:r>
                <a:rPr lang="ko-KR" altLang="en-US" sz="3000" dirty="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기획배경</a:t>
              </a:r>
            </a:p>
          </p:txBody>
        </p:sp>
      </p:grpSp>
      <p:grpSp>
        <p:nvGrpSpPr>
          <p:cNvPr id="38" name="!!s2_stop2">
            <a:extLst>
              <a:ext uri="{FF2B5EF4-FFF2-40B4-BE49-F238E27FC236}">
                <a16:creationId xmlns:a16="http://schemas.microsoft.com/office/drawing/2014/main" id="{A32E528D-22E5-45C8-886E-932538685DBA}"/>
              </a:ext>
            </a:extLst>
          </p:cNvPr>
          <p:cNvGrpSpPr/>
          <p:nvPr/>
        </p:nvGrpSpPr>
        <p:grpSpPr>
          <a:xfrm>
            <a:off x="4644572" y="4378067"/>
            <a:ext cx="2249714" cy="2925465"/>
            <a:chOff x="4644572" y="4378067"/>
            <a:chExt cx="2249714" cy="2925465"/>
          </a:xfrm>
        </p:grpSpPr>
        <p:sp>
          <p:nvSpPr>
            <p:cNvPr id="19" name="_s12k93">
              <a:extLst>
                <a:ext uri="{FF2B5EF4-FFF2-40B4-BE49-F238E27FC236}">
                  <a16:creationId xmlns:a16="http://schemas.microsoft.com/office/drawing/2014/main" id="{238FAC84-C24B-496E-A52B-749A12F8709C}"/>
                </a:ext>
              </a:extLst>
            </p:cNvPr>
            <p:cNvSpPr txBox="1"/>
            <p:nvPr/>
          </p:nvSpPr>
          <p:spPr>
            <a:xfrm>
              <a:off x="4644572" y="43780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3000">
                  <a:solidFill>
                    <a:srgbClr val="3565D8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02</a:t>
              </a:r>
              <a:endPara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sp>
          <p:nvSpPr>
            <p:cNvPr id="34" name="_s12k94">
              <a:extLst>
                <a:ext uri="{FF2B5EF4-FFF2-40B4-BE49-F238E27FC236}">
                  <a16:creationId xmlns:a16="http://schemas.microsoft.com/office/drawing/2014/main" id="{CA2F1507-724B-400D-AF2A-4C401E2C0B7C}"/>
                </a:ext>
              </a:extLst>
            </p:cNvPr>
            <p:cNvSpPr/>
            <p:nvPr/>
          </p:nvSpPr>
          <p:spPr>
            <a:xfrm>
              <a:off x="5109030" y="5181600"/>
              <a:ext cx="1320800" cy="1320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_s12k95">
              <a:extLst>
                <a:ext uri="{FF2B5EF4-FFF2-40B4-BE49-F238E27FC236}">
                  <a16:creationId xmlns:a16="http://schemas.microsoft.com/office/drawing/2014/main" id="{59C8C9BA-22E2-4585-BA08-6429C1DC3C43}"/>
                </a:ext>
              </a:extLst>
            </p:cNvPr>
            <p:cNvSpPr/>
            <p:nvPr/>
          </p:nvSpPr>
          <p:spPr>
            <a:xfrm>
              <a:off x="5604329" y="5575300"/>
              <a:ext cx="330200" cy="533400"/>
            </a:xfrm>
            <a:prstGeom prst="roundRect">
              <a:avLst>
                <a:gd name="adj" fmla="val 22000"/>
              </a:avLst>
            </a:prstGeom>
            <a:noFill/>
            <a:ln w="38100" cap="flat" cmpd="sng" algn="ctr">
              <a:solidFill>
                <a:srgbClr val="FFFFFF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6" name="_s12k96">
              <a:extLst>
                <a:ext uri="{FF2B5EF4-FFF2-40B4-BE49-F238E27FC236}">
                  <a16:creationId xmlns:a16="http://schemas.microsoft.com/office/drawing/2014/main" id="{59703551-3E86-45DB-97C0-199664E2E524}"/>
                </a:ext>
              </a:extLst>
            </p:cNvPr>
            <p:cNvCxnSpPr/>
            <p:nvPr/>
          </p:nvCxnSpPr>
          <p:spPr>
            <a:xfrm>
              <a:off x="5718629" y="6019800"/>
              <a:ext cx="1016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_s12k97">
              <a:extLst>
                <a:ext uri="{FF2B5EF4-FFF2-40B4-BE49-F238E27FC236}">
                  <a16:creationId xmlns:a16="http://schemas.microsoft.com/office/drawing/2014/main" id="{50EC0426-DCAA-4842-8AC2-F69301663435}"/>
                </a:ext>
              </a:extLst>
            </p:cNvPr>
            <p:cNvSpPr txBox="1"/>
            <p:nvPr/>
          </p:nvSpPr>
          <p:spPr>
            <a:xfrm>
              <a:off x="4644572" y="68418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3000" dirty="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기능 시연</a:t>
              </a:r>
            </a:p>
          </p:txBody>
        </p:sp>
      </p:grpSp>
      <p:grpSp>
        <p:nvGrpSpPr>
          <p:cNvPr id="47" name="!!s2_stop3">
            <a:extLst>
              <a:ext uri="{FF2B5EF4-FFF2-40B4-BE49-F238E27FC236}">
                <a16:creationId xmlns:a16="http://schemas.microsoft.com/office/drawing/2014/main" id="{C25742F1-23BA-4BFC-A6AA-C947E32BE150}"/>
              </a:ext>
            </a:extLst>
          </p:cNvPr>
          <p:cNvGrpSpPr/>
          <p:nvPr/>
        </p:nvGrpSpPr>
        <p:grpSpPr>
          <a:xfrm>
            <a:off x="8019143" y="4378067"/>
            <a:ext cx="2249714" cy="3384898"/>
            <a:chOff x="8019143" y="4378067"/>
            <a:chExt cx="2249714" cy="3384898"/>
          </a:xfrm>
        </p:grpSpPr>
        <p:sp>
          <p:nvSpPr>
            <p:cNvPr id="39" name="_s12k98">
              <a:extLst>
                <a:ext uri="{FF2B5EF4-FFF2-40B4-BE49-F238E27FC236}">
                  <a16:creationId xmlns:a16="http://schemas.microsoft.com/office/drawing/2014/main" id="{F03275DF-C613-4695-BBC8-F454FD6F9B88}"/>
                </a:ext>
              </a:extLst>
            </p:cNvPr>
            <p:cNvSpPr txBox="1"/>
            <p:nvPr/>
          </p:nvSpPr>
          <p:spPr>
            <a:xfrm>
              <a:off x="8019143" y="43780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3000">
                  <a:solidFill>
                    <a:srgbClr val="3565D8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03</a:t>
              </a:r>
              <a:endPara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sp>
          <p:nvSpPr>
            <p:cNvPr id="40" name="_s12k99">
              <a:extLst>
                <a:ext uri="{FF2B5EF4-FFF2-40B4-BE49-F238E27FC236}">
                  <a16:creationId xmlns:a16="http://schemas.microsoft.com/office/drawing/2014/main" id="{90020836-2AC8-4416-A321-7BC968C5E7DE}"/>
                </a:ext>
              </a:extLst>
            </p:cNvPr>
            <p:cNvSpPr/>
            <p:nvPr/>
          </p:nvSpPr>
          <p:spPr>
            <a:xfrm>
              <a:off x="8483600" y="5181600"/>
              <a:ext cx="1320800" cy="1320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_s12k100">
              <a:extLst>
                <a:ext uri="{FF2B5EF4-FFF2-40B4-BE49-F238E27FC236}">
                  <a16:creationId xmlns:a16="http://schemas.microsoft.com/office/drawing/2014/main" id="{48F13F3F-9BC5-4A47-AC01-31B85FE3D91B}"/>
                </a:ext>
              </a:extLst>
            </p:cNvPr>
            <p:cNvCxnSpPr/>
            <p:nvPr/>
          </p:nvCxnSpPr>
          <p:spPr>
            <a:xfrm flipH="1">
              <a:off x="8877300" y="5721350"/>
              <a:ext cx="139700" cy="139700"/>
            </a:xfrm>
            <a:prstGeom prst="line">
              <a:avLst/>
            </a:prstGeom>
            <a:ln w="444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_s12k101">
              <a:extLst>
                <a:ext uri="{FF2B5EF4-FFF2-40B4-BE49-F238E27FC236}">
                  <a16:creationId xmlns:a16="http://schemas.microsoft.com/office/drawing/2014/main" id="{6D303A08-4FDF-4EB2-8E84-F70EF25CEA8D}"/>
                </a:ext>
              </a:extLst>
            </p:cNvPr>
            <p:cNvCxnSpPr/>
            <p:nvPr/>
          </p:nvCxnSpPr>
          <p:spPr>
            <a:xfrm>
              <a:off x="8877300" y="5842000"/>
              <a:ext cx="139700" cy="139700"/>
            </a:xfrm>
            <a:prstGeom prst="line">
              <a:avLst/>
            </a:prstGeom>
            <a:ln w="444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_s12k102">
              <a:extLst>
                <a:ext uri="{FF2B5EF4-FFF2-40B4-BE49-F238E27FC236}">
                  <a16:creationId xmlns:a16="http://schemas.microsoft.com/office/drawing/2014/main" id="{A1B67E96-EB7A-4293-8BF4-A517968CADC9}"/>
                </a:ext>
              </a:extLst>
            </p:cNvPr>
            <p:cNvCxnSpPr/>
            <p:nvPr/>
          </p:nvCxnSpPr>
          <p:spPr>
            <a:xfrm>
              <a:off x="9271000" y="5721350"/>
              <a:ext cx="139700" cy="139700"/>
            </a:xfrm>
            <a:prstGeom prst="line">
              <a:avLst/>
            </a:prstGeom>
            <a:ln w="444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_s12k103">
              <a:extLst>
                <a:ext uri="{FF2B5EF4-FFF2-40B4-BE49-F238E27FC236}">
                  <a16:creationId xmlns:a16="http://schemas.microsoft.com/office/drawing/2014/main" id="{F24B8C21-6643-4213-8CD2-1DFF7ED41DB1}"/>
                </a:ext>
              </a:extLst>
            </p:cNvPr>
            <p:cNvCxnSpPr/>
            <p:nvPr/>
          </p:nvCxnSpPr>
          <p:spPr>
            <a:xfrm flipH="1">
              <a:off x="9271000" y="5842000"/>
              <a:ext cx="139700" cy="139700"/>
            </a:xfrm>
            <a:prstGeom prst="line">
              <a:avLst/>
            </a:prstGeom>
            <a:ln w="444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_s12k104">
              <a:extLst>
                <a:ext uri="{FF2B5EF4-FFF2-40B4-BE49-F238E27FC236}">
                  <a16:creationId xmlns:a16="http://schemas.microsoft.com/office/drawing/2014/main" id="{E9FD8EC4-44DC-499E-9F55-6DEF9F19E241}"/>
                </a:ext>
              </a:extLst>
            </p:cNvPr>
            <p:cNvCxnSpPr/>
            <p:nvPr/>
          </p:nvCxnSpPr>
          <p:spPr>
            <a:xfrm flipH="1">
              <a:off x="9093200" y="5651500"/>
              <a:ext cx="101600" cy="381000"/>
            </a:xfrm>
            <a:prstGeom prst="line">
              <a:avLst/>
            </a:prstGeom>
            <a:ln w="444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_s12k105">
              <a:extLst>
                <a:ext uri="{FF2B5EF4-FFF2-40B4-BE49-F238E27FC236}">
                  <a16:creationId xmlns:a16="http://schemas.microsoft.com/office/drawing/2014/main" id="{FAB0DEDF-F5EA-4E8E-987B-AD54BBE9EC64}"/>
                </a:ext>
              </a:extLst>
            </p:cNvPr>
            <p:cNvSpPr txBox="1"/>
            <p:nvPr/>
          </p:nvSpPr>
          <p:spPr>
            <a:xfrm>
              <a:off x="8019143" y="6841867"/>
              <a:ext cx="2249714" cy="923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동작 구조</a:t>
              </a:r>
            </a:p>
            <a:p>
              <a:pPr algn="ctr"/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및 구현</a:t>
              </a:r>
            </a:p>
          </p:txBody>
        </p:sp>
      </p:grpSp>
      <p:grpSp>
        <p:nvGrpSpPr>
          <p:cNvPr id="54" name="!!s2_stop4">
            <a:extLst>
              <a:ext uri="{FF2B5EF4-FFF2-40B4-BE49-F238E27FC236}">
                <a16:creationId xmlns:a16="http://schemas.microsoft.com/office/drawing/2014/main" id="{B721A9E9-2879-479A-ABBB-56E511A70B1F}"/>
              </a:ext>
            </a:extLst>
          </p:cNvPr>
          <p:cNvGrpSpPr/>
          <p:nvPr/>
        </p:nvGrpSpPr>
        <p:grpSpPr>
          <a:xfrm>
            <a:off x="11393714" y="4378067"/>
            <a:ext cx="2249714" cy="2925465"/>
            <a:chOff x="11393714" y="4378067"/>
            <a:chExt cx="2249714" cy="2925465"/>
          </a:xfrm>
        </p:grpSpPr>
        <p:sp>
          <p:nvSpPr>
            <p:cNvPr id="48" name="_s12k106">
              <a:extLst>
                <a:ext uri="{FF2B5EF4-FFF2-40B4-BE49-F238E27FC236}">
                  <a16:creationId xmlns:a16="http://schemas.microsoft.com/office/drawing/2014/main" id="{88B1F716-1E8E-4A85-874D-1D2057C2C532}"/>
                </a:ext>
              </a:extLst>
            </p:cNvPr>
            <p:cNvSpPr txBox="1"/>
            <p:nvPr/>
          </p:nvSpPr>
          <p:spPr>
            <a:xfrm>
              <a:off x="11393714" y="43780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3000">
                  <a:solidFill>
                    <a:srgbClr val="3565D8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04</a:t>
              </a:r>
              <a:endPara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sp>
          <p:nvSpPr>
            <p:cNvPr id="49" name="_s12k107">
              <a:extLst>
                <a:ext uri="{FF2B5EF4-FFF2-40B4-BE49-F238E27FC236}">
                  <a16:creationId xmlns:a16="http://schemas.microsoft.com/office/drawing/2014/main" id="{8A998467-7AFA-41EF-B2EF-4BB77311FAB6}"/>
                </a:ext>
              </a:extLst>
            </p:cNvPr>
            <p:cNvSpPr/>
            <p:nvPr/>
          </p:nvSpPr>
          <p:spPr>
            <a:xfrm>
              <a:off x="11858172" y="5181600"/>
              <a:ext cx="1320800" cy="1320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_s12k108">
              <a:extLst>
                <a:ext uri="{FF2B5EF4-FFF2-40B4-BE49-F238E27FC236}">
                  <a16:creationId xmlns:a16="http://schemas.microsoft.com/office/drawing/2014/main" id="{24171A94-45E6-4743-90FD-91C5B9E9DF8D}"/>
                </a:ext>
              </a:extLst>
            </p:cNvPr>
            <p:cNvSpPr/>
            <p:nvPr/>
          </p:nvSpPr>
          <p:spPr>
            <a:xfrm>
              <a:off x="12302672" y="5880100"/>
              <a:ext cx="114300" cy="1524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_s12k109">
              <a:extLst>
                <a:ext uri="{FF2B5EF4-FFF2-40B4-BE49-F238E27FC236}">
                  <a16:creationId xmlns:a16="http://schemas.microsoft.com/office/drawing/2014/main" id="{E351729B-2448-438F-ADA2-ECE30EBD8433}"/>
                </a:ext>
              </a:extLst>
            </p:cNvPr>
            <p:cNvSpPr/>
            <p:nvPr/>
          </p:nvSpPr>
          <p:spPr>
            <a:xfrm>
              <a:off x="12467772" y="5765800"/>
              <a:ext cx="114300" cy="2667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_s12k110">
              <a:extLst>
                <a:ext uri="{FF2B5EF4-FFF2-40B4-BE49-F238E27FC236}">
                  <a16:creationId xmlns:a16="http://schemas.microsoft.com/office/drawing/2014/main" id="{7F6233ED-2EF3-42F6-8D8F-F417A6D8E66A}"/>
                </a:ext>
              </a:extLst>
            </p:cNvPr>
            <p:cNvSpPr/>
            <p:nvPr/>
          </p:nvSpPr>
          <p:spPr>
            <a:xfrm>
              <a:off x="12632872" y="5638800"/>
              <a:ext cx="114300" cy="3937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_s12k111">
              <a:extLst>
                <a:ext uri="{FF2B5EF4-FFF2-40B4-BE49-F238E27FC236}">
                  <a16:creationId xmlns:a16="http://schemas.microsoft.com/office/drawing/2014/main" id="{D7A22796-E89A-4D72-ADF5-19598AD66CA9}"/>
                </a:ext>
              </a:extLst>
            </p:cNvPr>
            <p:cNvSpPr txBox="1"/>
            <p:nvPr/>
          </p:nvSpPr>
          <p:spPr>
            <a:xfrm>
              <a:off x="11393714" y="68418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기대효과</a:t>
              </a:r>
            </a:p>
          </p:txBody>
        </p:sp>
      </p:grpSp>
      <p:grpSp>
        <p:nvGrpSpPr>
          <p:cNvPr id="62" name="!!s2_stop5">
            <a:extLst>
              <a:ext uri="{FF2B5EF4-FFF2-40B4-BE49-F238E27FC236}">
                <a16:creationId xmlns:a16="http://schemas.microsoft.com/office/drawing/2014/main" id="{71C2AC47-5969-4B50-A6B9-900A0E0CA6DE}"/>
              </a:ext>
            </a:extLst>
          </p:cNvPr>
          <p:cNvGrpSpPr/>
          <p:nvPr/>
        </p:nvGrpSpPr>
        <p:grpSpPr>
          <a:xfrm>
            <a:off x="14768286" y="4378067"/>
            <a:ext cx="2249714" cy="3384898"/>
            <a:chOff x="14768286" y="4378067"/>
            <a:chExt cx="2249714" cy="3384898"/>
          </a:xfrm>
        </p:grpSpPr>
        <p:sp>
          <p:nvSpPr>
            <p:cNvPr id="55" name="_s12k112">
              <a:extLst>
                <a:ext uri="{FF2B5EF4-FFF2-40B4-BE49-F238E27FC236}">
                  <a16:creationId xmlns:a16="http://schemas.microsoft.com/office/drawing/2014/main" id="{32879B13-3907-4B14-8E3A-D2FEE6BB4550}"/>
                </a:ext>
              </a:extLst>
            </p:cNvPr>
            <p:cNvSpPr txBox="1"/>
            <p:nvPr/>
          </p:nvSpPr>
          <p:spPr>
            <a:xfrm>
              <a:off x="14768286" y="4378067"/>
              <a:ext cx="2249714" cy="4616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3000">
                  <a:solidFill>
                    <a:srgbClr val="3565D8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05</a:t>
              </a:r>
              <a:endPara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endParaRPr>
            </a:p>
          </p:txBody>
        </p:sp>
        <p:sp>
          <p:nvSpPr>
            <p:cNvPr id="56" name="_s12k113">
              <a:extLst>
                <a:ext uri="{FF2B5EF4-FFF2-40B4-BE49-F238E27FC236}">
                  <a16:creationId xmlns:a16="http://schemas.microsoft.com/office/drawing/2014/main" id="{FC316679-5F82-4FCB-B736-365FB8C6F7CC}"/>
                </a:ext>
              </a:extLst>
            </p:cNvPr>
            <p:cNvSpPr/>
            <p:nvPr/>
          </p:nvSpPr>
          <p:spPr>
            <a:xfrm>
              <a:off x="15232742" y="5181600"/>
              <a:ext cx="1320800" cy="13208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_s12k114">
              <a:extLst>
                <a:ext uri="{FF2B5EF4-FFF2-40B4-BE49-F238E27FC236}">
                  <a16:creationId xmlns:a16="http://schemas.microsoft.com/office/drawing/2014/main" id="{60CC37C9-CABC-4E41-842B-403AFAA5D84A}"/>
                </a:ext>
              </a:extLst>
            </p:cNvPr>
            <p:cNvSpPr/>
            <p:nvPr/>
          </p:nvSpPr>
          <p:spPr>
            <a:xfrm>
              <a:off x="15677243" y="5638800"/>
              <a:ext cx="152400" cy="1524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_s12k115">
              <a:extLst>
                <a:ext uri="{FF2B5EF4-FFF2-40B4-BE49-F238E27FC236}">
                  <a16:creationId xmlns:a16="http://schemas.microsoft.com/office/drawing/2014/main" id="{7CC5AA6A-05B6-4E3F-857D-19C4F70A9662}"/>
                </a:ext>
              </a:extLst>
            </p:cNvPr>
            <p:cNvSpPr/>
            <p:nvPr/>
          </p:nvSpPr>
          <p:spPr>
            <a:xfrm>
              <a:off x="15626443" y="5829300"/>
              <a:ext cx="254000" cy="190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_s12k116">
              <a:extLst>
                <a:ext uri="{FF2B5EF4-FFF2-40B4-BE49-F238E27FC236}">
                  <a16:creationId xmlns:a16="http://schemas.microsoft.com/office/drawing/2014/main" id="{EB12E269-D356-459F-A9A6-E96FCEDEF137}"/>
                </a:ext>
              </a:extLst>
            </p:cNvPr>
            <p:cNvSpPr/>
            <p:nvPr/>
          </p:nvSpPr>
          <p:spPr>
            <a:xfrm>
              <a:off x="15956643" y="5638800"/>
              <a:ext cx="152400" cy="1524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_s12k117">
              <a:extLst>
                <a:ext uri="{FF2B5EF4-FFF2-40B4-BE49-F238E27FC236}">
                  <a16:creationId xmlns:a16="http://schemas.microsoft.com/office/drawing/2014/main" id="{82715B3E-B35B-4ED4-818B-592DC27C16BF}"/>
                </a:ext>
              </a:extLst>
            </p:cNvPr>
            <p:cNvSpPr/>
            <p:nvPr/>
          </p:nvSpPr>
          <p:spPr>
            <a:xfrm>
              <a:off x="15905843" y="5829300"/>
              <a:ext cx="254000" cy="1905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_s12k118">
              <a:extLst>
                <a:ext uri="{FF2B5EF4-FFF2-40B4-BE49-F238E27FC236}">
                  <a16:creationId xmlns:a16="http://schemas.microsoft.com/office/drawing/2014/main" id="{3AFD3426-3CF5-4C7B-9DF9-BA7D6563C270}"/>
                </a:ext>
              </a:extLst>
            </p:cNvPr>
            <p:cNvSpPr txBox="1"/>
            <p:nvPr/>
          </p:nvSpPr>
          <p:spPr>
            <a:xfrm>
              <a:off x="14768286" y="6841867"/>
              <a:ext cx="2249714" cy="923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/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팀원 소개</a:t>
              </a:r>
            </a:p>
            <a:p>
              <a:pPr algn="ctr"/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및 Q&amp;A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96986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2 L 0 0 E" pathEditMode="relative">
                                      <p:cBhvr from="" to="">
                                        <p:cTn id="11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02 L 0 0 E" pathEditMode="relative">
                                      <p:cBhvr from="" to="">
                                        <p:cTn id="15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Motion origin="layout" path="M 0 0.02 L 0 0 E" pathEditMode="relative">
                                      <p:cBhvr from="" to="">
                                        <p:cTn id="19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Motion origin="layout" path="M 0 0.02 L 0 0 E" pathEditMode="relative">
                                      <p:cBhvr from="" to="">
                                        <p:cTn id="23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Motion origin="layout" path="M 0 0.02 L 0 0 E" pathEditMode="relative">
                                      <p:cBhvr from="" to="">
                                        <p:cTn id="2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BBB3DD-D105-4509-A46C-382F3DCDF728}"/>
              </a:ext>
            </a:extLst>
          </p:cNvPr>
          <p:cNvSpPr txBox="1"/>
          <p:nvPr/>
        </p:nvSpPr>
        <p:spPr>
          <a:xfrm>
            <a:off x="1828800" y="2827923"/>
            <a:ext cx="5080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01</a:t>
            </a:r>
            <a:endParaRPr lang="ko-KR" altLang="en-US"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8E5AF-EB09-429E-B63E-38E049C59A30}"/>
              </a:ext>
            </a:extLst>
          </p:cNvPr>
          <p:cNvSpPr txBox="1"/>
          <p:nvPr/>
        </p:nvSpPr>
        <p:spPr>
          <a:xfrm>
            <a:off x="1828800" y="3683169"/>
            <a:ext cx="14605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84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</a:p>
        </p:txBody>
      </p:sp>
    </p:spTree>
    <p:extLst>
      <p:ext uri="{BB962C8B-B14F-4D97-AF65-F5344CB8AC3E}">
        <p14:creationId xmlns:p14="http://schemas.microsoft.com/office/powerpoint/2010/main" val="19381771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C2A05DBA-26F3-4928-823E-282B9ADCF72E}"/>
              </a:ext>
            </a:extLst>
          </p:cNvPr>
          <p:cNvSpPr/>
          <p:nvPr/>
        </p:nvSpPr>
        <p:spPr>
          <a:xfrm>
            <a:off x="8138160" y="4360244"/>
            <a:ext cx="2011680" cy="201168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7515E3C5-1F1F-456D-84DB-FD8310E31172}"/>
              </a:ext>
            </a:extLst>
          </p:cNvPr>
          <p:cNvSpPr/>
          <p:nvPr/>
        </p:nvSpPr>
        <p:spPr>
          <a:xfrm rot="5400000">
            <a:off x="8632499" y="4892183"/>
            <a:ext cx="1380003" cy="1044053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5C2EF6-9B2A-48ED-A307-A9BAB6B2D2C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!!card_top">
            <a:extLst>
              <a:ext uri="{FF2B5EF4-FFF2-40B4-BE49-F238E27FC236}">
                <a16:creationId xmlns:a16="http://schemas.microsoft.com/office/drawing/2014/main" id="{D5D926A9-C72D-43EB-80A6-75A2431D01D2}"/>
              </a:ext>
            </a:extLst>
          </p:cNvPr>
          <p:cNvGrpSpPr/>
          <p:nvPr/>
        </p:nvGrpSpPr>
        <p:grpSpPr>
          <a:xfrm>
            <a:off x="4053663" y="2890283"/>
            <a:ext cx="10180674" cy="6413205"/>
            <a:chOff x="6477000" y="1905000"/>
            <a:chExt cx="5334000" cy="335280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DF9E437B-0695-4F96-9745-6B52A42331A0}"/>
                </a:ext>
              </a:extLst>
            </p:cNvPr>
            <p:cNvSpPr/>
            <p:nvPr/>
          </p:nvSpPr>
          <p:spPr>
            <a:xfrm>
              <a:off x="6477000" y="1905000"/>
              <a:ext cx="5334000" cy="3352800"/>
            </a:xfrm>
            <a:prstGeom prst="roundRect">
              <a:avLst>
                <a:gd name="adj" fmla="val 3500"/>
              </a:avLst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567EB52-C607-4912-9776-C2D5653254BC}"/>
                </a:ext>
              </a:extLst>
            </p:cNvPr>
            <p:cNvSpPr txBox="1"/>
            <p:nvPr/>
          </p:nvSpPr>
          <p:spPr>
            <a:xfrm>
              <a:off x="6781800" y="2345354"/>
              <a:ext cx="4724400" cy="24135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3000" b="1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일일 매출 중 카드 비중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F51C693-9FA5-4B3D-9F6A-47E7566EFDFB}"/>
                </a:ext>
              </a:extLst>
            </p:cNvPr>
            <p:cNvSpPr/>
            <p:nvPr/>
          </p:nvSpPr>
          <p:spPr>
            <a:xfrm>
              <a:off x="7171155" y="4394200"/>
              <a:ext cx="3945689" cy="635000"/>
            </a:xfrm>
            <a:prstGeom prst="roundRect">
              <a:avLst>
                <a:gd name="adj" fmla="val 22000"/>
              </a:avLst>
            </a:prstGeom>
            <a:solidFill>
              <a:srgbClr val="E6E9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삼성긴고딕 Regular" panose="020B0600000101010101" pitchFamily="50" charset="-127"/>
                <a:ea typeface="삼성긴고딕 Regular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1E6B12-A27D-4B07-B830-3968AAB5FF60}"/>
                </a:ext>
              </a:extLst>
            </p:cNvPr>
            <p:cNvSpPr txBox="1"/>
            <p:nvPr/>
          </p:nvSpPr>
          <p:spPr>
            <a:xfrm>
              <a:off x="7239000" y="4593254"/>
              <a:ext cx="3810000" cy="24135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ko-KR" altLang="en-US" sz="3000" b="1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결제 발생  ≠  즉시 현금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D66F9D9-1476-416B-8317-258CDD2FA076}"/>
                </a:ext>
              </a:extLst>
            </p:cNvPr>
            <p:cNvSpPr txBox="1"/>
            <p:nvPr/>
          </p:nvSpPr>
          <p:spPr>
            <a:xfrm>
              <a:off x="6781800" y="3159970"/>
              <a:ext cx="4724400" cy="57925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spAutoFit/>
            </a:bodyPr>
            <a:lstStyle/>
            <a:p>
              <a:pPr algn="ctr"/>
              <a:r>
                <a:rPr lang="en-US" altLang="ko-KR" sz="7200" b="1" dirty="0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95.3%</a:t>
              </a:r>
              <a:endParaRPr lang="ko-KR" alt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endParaRPr>
            </a:p>
          </p:txBody>
        </p:sp>
      </p:grpSp>
      <p:sp>
        <p:nvSpPr>
          <p:cNvPr id="15" name="Text 0">
            <a:extLst>
              <a:ext uri="{FF2B5EF4-FFF2-40B4-BE49-F238E27FC236}">
                <a16:creationId xmlns:a16="http://schemas.microsoft.com/office/drawing/2014/main" id="{87C30816-BA31-437A-B9E3-E22CE3CF90F7}"/>
              </a:ext>
            </a:extLst>
          </p:cNvPr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A0CDD13-EB61-476C-BBE1-7EABF7927709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A02EB3-0B71-4C75-8AFD-2DEFEB4205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!!tl_track">
            <a:extLst>
              <a:ext uri="{FF2B5EF4-FFF2-40B4-BE49-F238E27FC236}">
                <a16:creationId xmlns:a16="http://schemas.microsoft.com/office/drawing/2014/main" id="{1CB3F654-2BB2-4A85-8DA2-062CF1F78CB8}"/>
              </a:ext>
            </a:extLst>
          </p:cNvPr>
          <p:cNvCxnSpPr/>
          <p:nvPr/>
        </p:nvCxnSpPr>
        <p:spPr>
          <a:xfrm>
            <a:off x="3048000" y="5030150"/>
            <a:ext cx="12192000" cy="0"/>
          </a:xfrm>
          <a:prstGeom prst="line">
            <a:avLst/>
          </a:prstGeom>
          <a:ln w="38100">
            <a:solidFill>
              <a:srgbClr val="E6E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!!tl_dot0">
            <a:extLst>
              <a:ext uri="{FF2B5EF4-FFF2-40B4-BE49-F238E27FC236}">
                <a16:creationId xmlns:a16="http://schemas.microsoft.com/office/drawing/2014/main" id="{90E2646B-7F76-492E-BCBF-849A03EC3F52}"/>
              </a:ext>
            </a:extLst>
          </p:cNvPr>
          <p:cNvSpPr/>
          <p:nvPr/>
        </p:nvSpPr>
        <p:spPr>
          <a:xfrm>
            <a:off x="2959100" y="4941250"/>
            <a:ext cx="177800" cy="177800"/>
          </a:xfrm>
          <a:prstGeom prst="ellipse">
            <a:avLst/>
          </a:prstGeom>
          <a:solidFill>
            <a:srgbClr val="3565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!!tl_d0">
            <a:extLst>
              <a:ext uri="{FF2B5EF4-FFF2-40B4-BE49-F238E27FC236}">
                <a16:creationId xmlns:a16="http://schemas.microsoft.com/office/drawing/2014/main" id="{9F128DB2-1A1A-45FA-B1F8-73325C26D1E9}"/>
              </a:ext>
            </a:extLst>
          </p:cNvPr>
          <p:cNvSpPr txBox="1"/>
          <p:nvPr/>
        </p:nvSpPr>
        <p:spPr>
          <a:xfrm>
            <a:off x="1143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6" name="!!tl_c0">
            <a:extLst>
              <a:ext uri="{FF2B5EF4-FFF2-40B4-BE49-F238E27FC236}">
                <a16:creationId xmlns:a16="http://schemas.microsoft.com/office/drawing/2014/main" id="{E7F92FE0-B290-4D95-9325-47CFD4889445}"/>
              </a:ext>
            </a:extLst>
          </p:cNvPr>
          <p:cNvSpPr txBox="1"/>
          <p:nvPr/>
        </p:nvSpPr>
        <p:spPr>
          <a:xfrm>
            <a:off x="1143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b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결제</a:t>
            </a:r>
          </a:p>
        </p:txBody>
      </p:sp>
      <p:sp>
        <p:nvSpPr>
          <p:cNvPr id="317" name="!!tl_dot1">
            <a:extLst>
              <a:ext uri="{FF2B5EF4-FFF2-40B4-BE49-F238E27FC236}">
                <a16:creationId xmlns:a16="http://schemas.microsoft.com/office/drawing/2014/main" id="{7FB4987A-DA88-4D1E-A294-D7F5FF83B287}"/>
              </a:ext>
            </a:extLst>
          </p:cNvPr>
          <p:cNvSpPr/>
          <p:nvPr/>
        </p:nvSpPr>
        <p:spPr>
          <a:xfrm>
            <a:off x="7023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!!tl_d1">
            <a:extLst>
              <a:ext uri="{FF2B5EF4-FFF2-40B4-BE49-F238E27FC236}">
                <a16:creationId xmlns:a16="http://schemas.microsoft.com/office/drawing/2014/main" id="{A25E588F-D37E-4F10-88E4-087847D8AB85}"/>
              </a:ext>
            </a:extLst>
          </p:cNvPr>
          <p:cNvSpPr txBox="1"/>
          <p:nvPr/>
        </p:nvSpPr>
        <p:spPr>
          <a:xfrm>
            <a:off x="5207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D+1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9" name="!!tl_c1">
            <a:extLst>
              <a:ext uri="{FF2B5EF4-FFF2-40B4-BE49-F238E27FC236}">
                <a16:creationId xmlns:a16="http://schemas.microsoft.com/office/drawing/2014/main" id="{84A7D567-B08E-45E9-8ED7-D88C3D56E2DF}"/>
              </a:ext>
            </a:extLst>
          </p:cNvPr>
          <p:cNvSpPr txBox="1"/>
          <p:nvPr/>
        </p:nvSpPr>
        <p:spPr>
          <a:xfrm>
            <a:off x="5207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재료비</a:t>
            </a:r>
          </a:p>
        </p:txBody>
      </p:sp>
      <p:sp>
        <p:nvSpPr>
          <p:cNvPr id="320" name="!!tl_dot2">
            <a:extLst>
              <a:ext uri="{FF2B5EF4-FFF2-40B4-BE49-F238E27FC236}">
                <a16:creationId xmlns:a16="http://schemas.microsoft.com/office/drawing/2014/main" id="{42603B88-8300-4363-B3D5-6977168A7628}"/>
              </a:ext>
            </a:extLst>
          </p:cNvPr>
          <p:cNvSpPr/>
          <p:nvPr/>
        </p:nvSpPr>
        <p:spPr>
          <a:xfrm>
            <a:off x="11087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!!tl_d2">
            <a:extLst>
              <a:ext uri="{FF2B5EF4-FFF2-40B4-BE49-F238E27FC236}">
                <a16:creationId xmlns:a16="http://schemas.microsoft.com/office/drawing/2014/main" id="{7903A9A5-3BBC-4EA1-B344-5659269431DE}"/>
              </a:ext>
            </a:extLst>
          </p:cNvPr>
          <p:cNvSpPr txBox="1"/>
          <p:nvPr/>
        </p:nvSpPr>
        <p:spPr>
          <a:xfrm>
            <a:off x="9271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D+2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2" name="!!tl_c2">
            <a:extLst>
              <a:ext uri="{FF2B5EF4-FFF2-40B4-BE49-F238E27FC236}">
                <a16:creationId xmlns:a16="http://schemas.microsoft.com/office/drawing/2014/main" id="{C42EF480-151F-4602-BE34-45250D0F18DB}"/>
              </a:ext>
            </a:extLst>
          </p:cNvPr>
          <p:cNvSpPr txBox="1"/>
          <p:nvPr/>
        </p:nvSpPr>
        <p:spPr>
          <a:xfrm>
            <a:off x="9271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고정비 지급일</a:t>
            </a:r>
          </a:p>
        </p:txBody>
      </p:sp>
      <p:sp>
        <p:nvSpPr>
          <p:cNvPr id="323" name="!!tl_dot3">
            <a:extLst>
              <a:ext uri="{FF2B5EF4-FFF2-40B4-BE49-F238E27FC236}">
                <a16:creationId xmlns:a16="http://schemas.microsoft.com/office/drawing/2014/main" id="{DE040F56-32B6-4DAE-B20E-8CB98116EA32}"/>
              </a:ext>
            </a:extLst>
          </p:cNvPr>
          <p:cNvSpPr/>
          <p:nvPr/>
        </p:nvSpPr>
        <p:spPr>
          <a:xfrm>
            <a:off x="15151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!!tl_d3">
            <a:extLst>
              <a:ext uri="{FF2B5EF4-FFF2-40B4-BE49-F238E27FC236}">
                <a16:creationId xmlns:a16="http://schemas.microsoft.com/office/drawing/2014/main" id="{7B4D8198-556A-41E0-8FC1-E0C227DCF0B8}"/>
              </a:ext>
            </a:extLst>
          </p:cNvPr>
          <p:cNvSpPr txBox="1"/>
          <p:nvPr/>
        </p:nvSpPr>
        <p:spPr>
          <a:xfrm>
            <a:off x="13335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D+3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5" name="!!tl_c3">
            <a:extLst>
              <a:ext uri="{FF2B5EF4-FFF2-40B4-BE49-F238E27FC236}">
                <a16:creationId xmlns:a16="http://schemas.microsoft.com/office/drawing/2014/main" id="{94F6E162-B293-425F-8D02-E78744E8046A}"/>
              </a:ext>
            </a:extLst>
          </p:cNvPr>
          <p:cNvSpPr txBox="1"/>
          <p:nvPr/>
        </p:nvSpPr>
        <p:spPr>
          <a:xfrm>
            <a:off x="13335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 입금</a:t>
            </a:r>
          </a:p>
        </p:txBody>
      </p:sp>
      <p:sp>
        <p:nvSpPr>
          <p:cNvPr id="326" name="!!tl_mark">
            <a:extLst>
              <a:ext uri="{FF2B5EF4-FFF2-40B4-BE49-F238E27FC236}">
                <a16:creationId xmlns:a16="http://schemas.microsoft.com/office/drawing/2014/main" id="{915D2208-76D6-4391-99F6-C54C25C67085}"/>
              </a:ext>
            </a:extLst>
          </p:cNvPr>
          <p:cNvSpPr/>
          <p:nvPr/>
        </p:nvSpPr>
        <p:spPr>
          <a:xfrm>
            <a:off x="2857500" y="4839650"/>
            <a:ext cx="381000" cy="381000"/>
          </a:xfrm>
          <a:prstGeom prst="ellipse">
            <a:avLst/>
          </a:prstGeom>
          <a:noFill/>
          <a:ln w="38100" cap="rnd">
            <a:solidFill>
              <a:srgbClr val="3565D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!!due_box"/>
          <p:cNvSpPr/>
          <p:nvPr/>
        </p:nvSpPr>
        <p:spPr>
          <a:xfrm>
            <a:off x="1548000" y="3200000"/>
            <a:ext cx="3000000" cy="110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!!due_val"/>
          <p:cNvSpPr txBox="1"/>
          <p:nvPr/>
        </p:nvSpPr>
        <p:spPr>
          <a:xfrm>
            <a:off x="1548000" y="3426835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+150만원</a:t>
            </a:r>
            <a:endParaRPr lang="ko-KR" altLang="en-US" sz="36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9" name="!!bal_box"/>
          <p:cNvSpPr/>
          <p:nvPr/>
        </p:nvSpPr>
        <p:spPr>
          <a:xfrm>
            <a:off x="1248517" y="6687438"/>
            <a:ext cx="3598966" cy="1817477"/>
          </a:xfrm>
          <a:prstGeom prst="roundRect">
            <a:avLst/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!!bal_lbl"/>
          <p:cNvSpPr txBox="1"/>
          <p:nvPr/>
        </p:nvSpPr>
        <p:spPr>
          <a:xfrm>
            <a:off x="1248517" y="6930030"/>
            <a:ext cx="3598966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통장</a:t>
            </a:r>
            <a:endParaRPr lang="ko-KR" altLang="en-US" sz="28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1" name="!!bal_val"/>
          <p:cNvSpPr txBox="1"/>
          <p:nvPr/>
        </p:nvSpPr>
        <p:spPr>
          <a:xfrm>
            <a:off x="1248517" y="7498263"/>
            <a:ext cx="3598966" cy="7078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100만원</a:t>
            </a:r>
            <a:endParaRPr lang="ko-KR" altLang="en-US" sz="4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A02EB3-0B71-4C75-8AFD-2DEFEB4205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!!tl_track">
            <a:extLst>
              <a:ext uri="{FF2B5EF4-FFF2-40B4-BE49-F238E27FC236}">
                <a16:creationId xmlns:a16="http://schemas.microsoft.com/office/drawing/2014/main" id="{1CB3F654-2BB2-4A85-8DA2-062CF1F78CB8}"/>
              </a:ext>
            </a:extLst>
          </p:cNvPr>
          <p:cNvCxnSpPr/>
          <p:nvPr/>
        </p:nvCxnSpPr>
        <p:spPr>
          <a:xfrm>
            <a:off x="3048000" y="5030150"/>
            <a:ext cx="12192000" cy="0"/>
          </a:xfrm>
          <a:prstGeom prst="line">
            <a:avLst/>
          </a:prstGeom>
          <a:ln w="38100">
            <a:solidFill>
              <a:srgbClr val="E6E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!!tl_dot0">
            <a:extLst>
              <a:ext uri="{FF2B5EF4-FFF2-40B4-BE49-F238E27FC236}">
                <a16:creationId xmlns:a16="http://schemas.microsoft.com/office/drawing/2014/main" id="{90E2646B-7F76-492E-BCBF-849A03EC3F52}"/>
              </a:ext>
            </a:extLst>
          </p:cNvPr>
          <p:cNvSpPr/>
          <p:nvPr/>
        </p:nvSpPr>
        <p:spPr>
          <a:xfrm>
            <a:off x="2959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!!tl_d0">
            <a:extLst>
              <a:ext uri="{FF2B5EF4-FFF2-40B4-BE49-F238E27FC236}">
                <a16:creationId xmlns:a16="http://schemas.microsoft.com/office/drawing/2014/main" id="{9F128DB2-1A1A-45FA-B1F8-73325C26D1E9}"/>
              </a:ext>
            </a:extLst>
          </p:cNvPr>
          <p:cNvSpPr txBox="1"/>
          <p:nvPr/>
        </p:nvSpPr>
        <p:spPr>
          <a:xfrm>
            <a:off x="1143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D+0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6" name="!!tl_c0">
            <a:extLst>
              <a:ext uri="{FF2B5EF4-FFF2-40B4-BE49-F238E27FC236}">
                <a16:creationId xmlns:a16="http://schemas.microsoft.com/office/drawing/2014/main" id="{E7F92FE0-B290-4D95-9325-47CFD4889445}"/>
              </a:ext>
            </a:extLst>
          </p:cNvPr>
          <p:cNvSpPr txBox="1"/>
          <p:nvPr/>
        </p:nvSpPr>
        <p:spPr>
          <a:xfrm>
            <a:off x="1143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결제</a:t>
            </a:r>
          </a:p>
        </p:txBody>
      </p:sp>
      <p:sp>
        <p:nvSpPr>
          <p:cNvPr id="317" name="!!tl_dot1">
            <a:extLst>
              <a:ext uri="{FF2B5EF4-FFF2-40B4-BE49-F238E27FC236}">
                <a16:creationId xmlns:a16="http://schemas.microsoft.com/office/drawing/2014/main" id="{7FB4987A-DA88-4D1E-A294-D7F5FF83B287}"/>
              </a:ext>
            </a:extLst>
          </p:cNvPr>
          <p:cNvSpPr/>
          <p:nvPr/>
        </p:nvSpPr>
        <p:spPr>
          <a:xfrm>
            <a:off x="7023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!!tl_d1">
            <a:extLst>
              <a:ext uri="{FF2B5EF4-FFF2-40B4-BE49-F238E27FC236}">
                <a16:creationId xmlns:a16="http://schemas.microsoft.com/office/drawing/2014/main" id="{A25E588F-D37E-4F10-88E4-087847D8AB85}"/>
              </a:ext>
            </a:extLst>
          </p:cNvPr>
          <p:cNvSpPr txBox="1"/>
          <p:nvPr/>
        </p:nvSpPr>
        <p:spPr>
          <a:xfrm>
            <a:off x="5207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D+1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9" name="!!tl_c1">
            <a:extLst>
              <a:ext uri="{FF2B5EF4-FFF2-40B4-BE49-F238E27FC236}">
                <a16:creationId xmlns:a16="http://schemas.microsoft.com/office/drawing/2014/main" id="{84A7D567-B08E-45E9-8ED7-D88C3D56E2DF}"/>
              </a:ext>
            </a:extLst>
          </p:cNvPr>
          <p:cNvSpPr txBox="1"/>
          <p:nvPr/>
        </p:nvSpPr>
        <p:spPr>
          <a:xfrm>
            <a:off x="5207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재료비</a:t>
            </a:r>
          </a:p>
        </p:txBody>
      </p:sp>
      <p:sp>
        <p:nvSpPr>
          <p:cNvPr id="320" name="!!tl_dot2">
            <a:extLst>
              <a:ext uri="{FF2B5EF4-FFF2-40B4-BE49-F238E27FC236}">
                <a16:creationId xmlns:a16="http://schemas.microsoft.com/office/drawing/2014/main" id="{42603B88-8300-4363-B3D5-6977168A7628}"/>
              </a:ext>
            </a:extLst>
          </p:cNvPr>
          <p:cNvSpPr/>
          <p:nvPr/>
        </p:nvSpPr>
        <p:spPr>
          <a:xfrm>
            <a:off x="11087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!!tl_d2">
            <a:extLst>
              <a:ext uri="{FF2B5EF4-FFF2-40B4-BE49-F238E27FC236}">
                <a16:creationId xmlns:a16="http://schemas.microsoft.com/office/drawing/2014/main" id="{7903A9A5-3BBC-4EA1-B344-5659269431DE}"/>
              </a:ext>
            </a:extLst>
          </p:cNvPr>
          <p:cNvSpPr txBox="1"/>
          <p:nvPr/>
        </p:nvSpPr>
        <p:spPr>
          <a:xfrm>
            <a:off x="9271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D+2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2" name="!!tl_c2">
            <a:extLst>
              <a:ext uri="{FF2B5EF4-FFF2-40B4-BE49-F238E27FC236}">
                <a16:creationId xmlns:a16="http://schemas.microsoft.com/office/drawing/2014/main" id="{C42EF480-151F-4602-BE34-45250D0F18DB}"/>
              </a:ext>
            </a:extLst>
          </p:cNvPr>
          <p:cNvSpPr txBox="1"/>
          <p:nvPr/>
        </p:nvSpPr>
        <p:spPr>
          <a:xfrm>
            <a:off x="9271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고정비 지급일</a:t>
            </a:r>
          </a:p>
        </p:txBody>
      </p:sp>
      <p:sp>
        <p:nvSpPr>
          <p:cNvPr id="323" name="!!tl_dot3">
            <a:extLst>
              <a:ext uri="{FF2B5EF4-FFF2-40B4-BE49-F238E27FC236}">
                <a16:creationId xmlns:a16="http://schemas.microsoft.com/office/drawing/2014/main" id="{DE040F56-32B6-4DAE-B20E-8CB98116EA32}"/>
              </a:ext>
            </a:extLst>
          </p:cNvPr>
          <p:cNvSpPr/>
          <p:nvPr/>
        </p:nvSpPr>
        <p:spPr>
          <a:xfrm>
            <a:off x="15151100" y="4941250"/>
            <a:ext cx="177800" cy="177800"/>
          </a:xfrm>
          <a:prstGeom prst="ellipse">
            <a:avLst/>
          </a:prstGeom>
          <a:solidFill>
            <a:srgbClr val="C993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!!tl_d3">
            <a:extLst>
              <a:ext uri="{FF2B5EF4-FFF2-40B4-BE49-F238E27FC236}">
                <a16:creationId xmlns:a16="http://schemas.microsoft.com/office/drawing/2014/main" id="{7B4D8198-556A-41E0-8FC1-E0C227DCF0B8}"/>
              </a:ext>
            </a:extLst>
          </p:cNvPr>
          <p:cNvSpPr txBox="1"/>
          <p:nvPr/>
        </p:nvSpPr>
        <p:spPr>
          <a:xfrm>
            <a:off x="13335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D+3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5" name="!!tl_c3">
            <a:extLst>
              <a:ext uri="{FF2B5EF4-FFF2-40B4-BE49-F238E27FC236}">
                <a16:creationId xmlns:a16="http://schemas.microsoft.com/office/drawing/2014/main" id="{94F6E162-B293-425F-8D02-E78744E8046A}"/>
              </a:ext>
            </a:extLst>
          </p:cNvPr>
          <p:cNvSpPr txBox="1"/>
          <p:nvPr/>
        </p:nvSpPr>
        <p:spPr>
          <a:xfrm>
            <a:off x="13335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C9932A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 입금</a:t>
            </a:r>
          </a:p>
        </p:txBody>
      </p:sp>
      <p:sp>
        <p:nvSpPr>
          <p:cNvPr id="326" name="!!tl_mark">
            <a:extLst>
              <a:ext uri="{FF2B5EF4-FFF2-40B4-BE49-F238E27FC236}">
                <a16:creationId xmlns:a16="http://schemas.microsoft.com/office/drawing/2014/main" id="{915D2208-76D6-4391-99F6-C54C25C67085}"/>
              </a:ext>
            </a:extLst>
          </p:cNvPr>
          <p:cNvSpPr/>
          <p:nvPr/>
        </p:nvSpPr>
        <p:spPr>
          <a:xfrm>
            <a:off x="15049500" y="4839650"/>
            <a:ext cx="381000" cy="381000"/>
          </a:xfrm>
          <a:prstGeom prst="ellipse">
            <a:avLst/>
          </a:prstGeom>
          <a:noFill/>
          <a:ln w="38100" cap="rnd">
            <a:solidFill>
              <a:srgbClr val="C9932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!!due_box"/>
          <p:cNvSpPr/>
          <p:nvPr/>
        </p:nvSpPr>
        <p:spPr>
          <a:xfrm>
            <a:off x="13740000" y="3200000"/>
            <a:ext cx="3000000" cy="110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38100" cap="rnd">
            <a:solidFill>
              <a:srgbClr val="C9932A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!!due_val"/>
          <p:cNvSpPr txBox="1"/>
          <p:nvPr/>
        </p:nvSpPr>
        <p:spPr>
          <a:xfrm>
            <a:off x="13740000" y="3566534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+150만원</a:t>
            </a:r>
            <a:endParaRPr lang="ko-KR" altLang="en-US" sz="36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grpSp>
        <p:nvGrpSpPr>
          <p:cNvPr id="329" name="!!due_badge"/>
          <p:cNvGrpSpPr/>
          <p:nvPr/>
        </p:nvGrpSpPr>
        <p:grpSpPr>
          <a:xfrm>
            <a:off x="14224000" y="2920600"/>
            <a:ext cx="2032000" cy="558800"/>
            <a:chOff x="14224000" y="2920600"/>
            <a:chExt cx="2032000" cy="558800"/>
          </a:xfrm>
        </p:grpSpPr>
        <p:sp>
          <p:nvSpPr>
            <p:cNvPr id="330" name="_fb1"/>
            <p:cNvSpPr/>
            <p:nvPr/>
          </p:nvSpPr>
          <p:spPr>
            <a:xfrm>
              <a:off x="14224000" y="2920600"/>
              <a:ext cx="2032000" cy="558800"/>
            </a:xfrm>
            <a:prstGeom prst="roundRect">
              <a:avLst>
                <a:gd name="adj" fmla="val 50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35000" tIns="0" rIns="76200" bIns="0" rtlCol="0" anchor="ctr"/>
            <a:lstStyle/>
            <a:p>
              <a:r>
                <a:rPr lang="en-US" altLang="ko-KR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3</a:t>
              </a:r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일 뒤</a:t>
              </a:r>
            </a:p>
          </p:txBody>
        </p:sp>
        <p:sp>
          <p:nvSpPr>
            <p:cNvPr id="331" name="_fb2"/>
            <p:cNvSpPr/>
            <p:nvPr/>
          </p:nvSpPr>
          <p:spPr>
            <a:xfrm>
              <a:off x="14401800" y="3034900"/>
              <a:ext cx="330200" cy="330200"/>
            </a:xfrm>
            <a:prstGeom prst="ellipse">
              <a:avLst/>
            </a:prstGeom>
            <a:solidFill>
              <a:srgbClr val="F4F6FA"/>
            </a:solidFill>
            <a:ln w="3175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2" name="_fb3"/>
            <p:cNvCxnSpPr/>
            <p:nvPr/>
          </p:nvCxnSpPr>
          <p:spPr>
            <a:xfrm flipV="1">
              <a:off x="14566900" y="3098400"/>
              <a:ext cx="0" cy="1016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_fb4"/>
            <p:cNvCxnSpPr/>
            <p:nvPr/>
          </p:nvCxnSpPr>
          <p:spPr>
            <a:xfrm>
              <a:off x="14566900" y="3200000"/>
              <a:ext cx="76200" cy="381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4" name="!!bal_box"/>
          <p:cNvSpPr/>
          <p:nvPr/>
        </p:nvSpPr>
        <p:spPr>
          <a:xfrm>
            <a:off x="1248517" y="6687438"/>
            <a:ext cx="3598966" cy="1817477"/>
          </a:xfrm>
          <a:prstGeom prst="roundRect">
            <a:avLst/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!!bal_lbl"/>
          <p:cNvSpPr txBox="1"/>
          <p:nvPr/>
        </p:nvSpPr>
        <p:spPr>
          <a:xfrm>
            <a:off x="1248517" y="6930030"/>
            <a:ext cx="3598966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통장</a:t>
            </a:r>
            <a:endParaRPr lang="ko-KR" altLang="en-US" sz="28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6" name="!!bal_val"/>
          <p:cNvSpPr txBox="1"/>
          <p:nvPr/>
        </p:nvSpPr>
        <p:spPr>
          <a:xfrm>
            <a:off x="1248517" y="7498263"/>
            <a:ext cx="3598966" cy="7078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100만원</a:t>
            </a:r>
            <a:endParaRPr lang="ko-KR" altLang="en-US" sz="4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0535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A02EB3-0B71-4C75-8AFD-2DEFEB4205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!!tl_track">
            <a:extLst>
              <a:ext uri="{FF2B5EF4-FFF2-40B4-BE49-F238E27FC236}">
                <a16:creationId xmlns:a16="http://schemas.microsoft.com/office/drawing/2014/main" id="{1CB3F654-2BB2-4A85-8DA2-062CF1F78CB8}"/>
              </a:ext>
            </a:extLst>
          </p:cNvPr>
          <p:cNvCxnSpPr/>
          <p:nvPr/>
        </p:nvCxnSpPr>
        <p:spPr>
          <a:xfrm>
            <a:off x="3048000" y="5030150"/>
            <a:ext cx="12192000" cy="0"/>
          </a:xfrm>
          <a:prstGeom prst="line">
            <a:avLst/>
          </a:prstGeom>
          <a:ln w="38100">
            <a:solidFill>
              <a:srgbClr val="E6E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!!tl_dot0">
            <a:extLst>
              <a:ext uri="{FF2B5EF4-FFF2-40B4-BE49-F238E27FC236}">
                <a16:creationId xmlns:a16="http://schemas.microsoft.com/office/drawing/2014/main" id="{90E2646B-7F76-492E-BCBF-849A03EC3F52}"/>
              </a:ext>
            </a:extLst>
          </p:cNvPr>
          <p:cNvSpPr/>
          <p:nvPr/>
        </p:nvSpPr>
        <p:spPr>
          <a:xfrm>
            <a:off x="2959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!!tl_d0">
            <a:extLst>
              <a:ext uri="{FF2B5EF4-FFF2-40B4-BE49-F238E27FC236}">
                <a16:creationId xmlns:a16="http://schemas.microsoft.com/office/drawing/2014/main" id="{9F128DB2-1A1A-45FA-B1F8-73325C26D1E9}"/>
              </a:ext>
            </a:extLst>
          </p:cNvPr>
          <p:cNvSpPr txBox="1"/>
          <p:nvPr/>
        </p:nvSpPr>
        <p:spPr>
          <a:xfrm>
            <a:off x="1143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D+0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6" name="!!tl_c0">
            <a:extLst>
              <a:ext uri="{FF2B5EF4-FFF2-40B4-BE49-F238E27FC236}">
                <a16:creationId xmlns:a16="http://schemas.microsoft.com/office/drawing/2014/main" id="{E7F92FE0-B290-4D95-9325-47CFD4889445}"/>
              </a:ext>
            </a:extLst>
          </p:cNvPr>
          <p:cNvSpPr txBox="1"/>
          <p:nvPr/>
        </p:nvSpPr>
        <p:spPr>
          <a:xfrm>
            <a:off x="1143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결제</a:t>
            </a:r>
          </a:p>
        </p:txBody>
      </p:sp>
      <p:sp>
        <p:nvSpPr>
          <p:cNvPr id="317" name="!!tl_dot1">
            <a:extLst>
              <a:ext uri="{FF2B5EF4-FFF2-40B4-BE49-F238E27FC236}">
                <a16:creationId xmlns:a16="http://schemas.microsoft.com/office/drawing/2014/main" id="{7FB4987A-DA88-4D1E-A294-D7F5FF83B287}"/>
              </a:ext>
            </a:extLst>
          </p:cNvPr>
          <p:cNvSpPr/>
          <p:nvPr/>
        </p:nvSpPr>
        <p:spPr>
          <a:xfrm>
            <a:off x="7023100" y="4941250"/>
            <a:ext cx="177800" cy="177800"/>
          </a:xfrm>
          <a:prstGeom prst="ellipse">
            <a:avLst/>
          </a:prstGeom>
          <a:solidFill>
            <a:srgbClr val="C24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!!tl_d1">
            <a:extLst>
              <a:ext uri="{FF2B5EF4-FFF2-40B4-BE49-F238E27FC236}">
                <a16:creationId xmlns:a16="http://schemas.microsoft.com/office/drawing/2014/main" id="{A25E588F-D37E-4F10-88E4-087847D8AB85}"/>
              </a:ext>
            </a:extLst>
          </p:cNvPr>
          <p:cNvSpPr txBox="1"/>
          <p:nvPr/>
        </p:nvSpPr>
        <p:spPr>
          <a:xfrm>
            <a:off x="5207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D+1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9" name="!!tl_c1">
            <a:extLst>
              <a:ext uri="{FF2B5EF4-FFF2-40B4-BE49-F238E27FC236}">
                <a16:creationId xmlns:a16="http://schemas.microsoft.com/office/drawing/2014/main" id="{84A7D567-B08E-45E9-8ED7-D88C3D56E2DF}"/>
              </a:ext>
            </a:extLst>
          </p:cNvPr>
          <p:cNvSpPr txBox="1"/>
          <p:nvPr/>
        </p:nvSpPr>
        <p:spPr>
          <a:xfrm>
            <a:off x="5207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재료비</a:t>
            </a:r>
          </a:p>
        </p:txBody>
      </p:sp>
      <p:sp>
        <p:nvSpPr>
          <p:cNvPr id="320" name="!!tl_dot2">
            <a:extLst>
              <a:ext uri="{FF2B5EF4-FFF2-40B4-BE49-F238E27FC236}">
                <a16:creationId xmlns:a16="http://schemas.microsoft.com/office/drawing/2014/main" id="{42603B88-8300-4363-B3D5-6977168A7628}"/>
              </a:ext>
            </a:extLst>
          </p:cNvPr>
          <p:cNvSpPr/>
          <p:nvPr/>
        </p:nvSpPr>
        <p:spPr>
          <a:xfrm>
            <a:off x="11087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!!tl_d2">
            <a:extLst>
              <a:ext uri="{FF2B5EF4-FFF2-40B4-BE49-F238E27FC236}">
                <a16:creationId xmlns:a16="http://schemas.microsoft.com/office/drawing/2014/main" id="{7903A9A5-3BBC-4EA1-B344-5659269431DE}"/>
              </a:ext>
            </a:extLst>
          </p:cNvPr>
          <p:cNvSpPr txBox="1"/>
          <p:nvPr/>
        </p:nvSpPr>
        <p:spPr>
          <a:xfrm>
            <a:off x="9271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D+2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2" name="!!tl_c2">
            <a:extLst>
              <a:ext uri="{FF2B5EF4-FFF2-40B4-BE49-F238E27FC236}">
                <a16:creationId xmlns:a16="http://schemas.microsoft.com/office/drawing/2014/main" id="{C42EF480-151F-4602-BE34-45250D0F18DB}"/>
              </a:ext>
            </a:extLst>
          </p:cNvPr>
          <p:cNvSpPr txBox="1"/>
          <p:nvPr/>
        </p:nvSpPr>
        <p:spPr>
          <a:xfrm>
            <a:off x="9271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고정비 지급일</a:t>
            </a:r>
          </a:p>
        </p:txBody>
      </p:sp>
      <p:sp>
        <p:nvSpPr>
          <p:cNvPr id="323" name="!!tl_dot3">
            <a:extLst>
              <a:ext uri="{FF2B5EF4-FFF2-40B4-BE49-F238E27FC236}">
                <a16:creationId xmlns:a16="http://schemas.microsoft.com/office/drawing/2014/main" id="{DE040F56-32B6-4DAE-B20E-8CB98116EA32}"/>
              </a:ext>
            </a:extLst>
          </p:cNvPr>
          <p:cNvSpPr/>
          <p:nvPr/>
        </p:nvSpPr>
        <p:spPr>
          <a:xfrm>
            <a:off x="15151100" y="4941250"/>
            <a:ext cx="177800" cy="177800"/>
          </a:xfrm>
          <a:prstGeom prst="ellipse">
            <a:avLst/>
          </a:prstGeom>
          <a:solidFill>
            <a:srgbClr val="C993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!!tl_d3">
            <a:extLst>
              <a:ext uri="{FF2B5EF4-FFF2-40B4-BE49-F238E27FC236}">
                <a16:creationId xmlns:a16="http://schemas.microsoft.com/office/drawing/2014/main" id="{7B4D8198-556A-41E0-8FC1-E0C227DCF0B8}"/>
              </a:ext>
            </a:extLst>
          </p:cNvPr>
          <p:cNvSpPr txBox="1"/>
          <p:nvPr/>
        </p:nvSpPr>
        <p:spPr>
          <a:xfrm>
            <a:off x="13335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D+3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5" name="!!tl_c3">
            <a:extLst>
              <a:ext uri="{FF2B5EF4-FFF2-40B4-BE49-F238E27FC236}">
                <a16:creationId xmlns:a16="http://schemas.microsoft.com/office/drawing/2014/main" id="{94F6E162-B293-425F-8D02-E78744E8046A}"/>
              </a:ext>
            </a:extLst>
          </p:cNvPr>
          <p:cNvSpPr txBox="1"/>
          <p:nvPr/>
        </p:nvSpPr>
        <p:spPr>
          <a:xfrm>
            <a:off x="13335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C9932A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 입금</a:t>
            </a:r>
          </a:p>
        </p:txBody>
      </p:sp>
      <p:sp>
        <p:nvSpPr>
          <p:cNvPr id="326" name="!!tl_mark">
            <a:extLst>
              <a:ext uri="{FF2B5EF4-FFF2-40B4-BE49-F238E27FC236}">
                <a16:creationId xmlns:a16="http://schemas.microsoft.com/office/drawing/2014/main" id="{915D2208-76D6-4391-99F6-C54C25C67085}"/>
              </a:ext>
            </a:extLst>
          </p:cNvPr>
          <p:cNvSpPr/>
          <p:nvPr/>
        </p:nvSpPr>
        <p:spPr>
          <a:xfrm>
            <a:off x="6921500" y="4839650"/>
            <a:ext cx="381000" cy="381000"/>
          </a:xfrm>
          <a:prstGeom prst="ellipse">
            <a:avLst/>
          </a:prstGeom>
          <a:noFill/>
          <a:ln w="38100" cap="rnd">
            <a:solidFill>
              <a:srgbClr val="C24E4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!!due_box"/>
          <p:cNvSpPr/>
          <p:nvPr/>
        </p:nvSpPr>
        <p:spPr>
          <a:xfrm>
            <a:off x="13740000" y="3200000"/>
            <a:ext cx="3000000" cy="110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38100" cap="rnd">
            <a:solidFill>
              <a:srgbClr val="C9932A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!!due_val"/>
          <p:cNvSpPr txBox="1"/>
          <p:nvPr/>
        </p:nvSpPr>
        <p:spPr>
          <a:xfrm>
            <a:off x="13740000" y="3566534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+150만원</a:t>
            </a:r>
            <a:endParaRPr lang="ko-KR" altLang="en-US" sz="36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grpSp>
        <p:nvGrpSpPr>
          <p:cNvPr id="329" name="!!due_badge"/>
          <p:cNvGrpSpPr/>
          <p:nvPr/>
        </p:nvGrpSpPr>
        <p:grpSpPr>
          <a:xfrm>
            <a:off x="14224000" y="2920600"/>
            <a:ext cx="2032000" cy="558800"/>
            <a:chOff x="14224000" y="2920600"/>
            <a:chExt cx="2032000" cy="558800"/>
          </a:xfrm>
        </p:grpSpPr>
        <p:sp>
          <p:nvSpPr>
            <p:cNvPr id="330" name="_fb1"/>
            <p:cNvSpPr/>
            <p:nvPr/>
          </p:nvSpPr>
          <p:spPr>
            <a:xfrm>
              <a:off x="14224000" y="2920600"/>
              <a:ext cx="2032000" cy="558800"/>
            </a:xfrm>
            <a:prstGeom prst="roundRect">
              <a:avLst>
                <a:gd name="adj" fmla="val 50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35000" tIns="0" rIns="76200" bIns="0" rtlCol="0" anchor="ctr"/>
            <a:lstStyle/>
            <a:p>
              <a:r>
                <a:rPr lang="en-US" altLang="ko-KR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3</a:t>
              </a:r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일 뒤</a:t>
              </a:r>
            </a:p>
          </p:txBody>
        </p:sp>
        <p:sp>
          <p:nvSpPr>
            <p:cNvPr id="331" name="_fb2"/>
            <p:cNvSpPr/>
            <p:nvPr/>
          </p:nvSpPr>
          <p:spPr>
            <a:xfrm>
              <a:off x="14401800" y="3034900"/>
              <a:ext cx="330200" cy="330200"/>
            </a:xfrm>
            <a:prstGeom prst="ellipse">
              <a:avLst/>
            </a:prstGeom>
            <a:solidFill>
              <a:srgbClr val="F4F6FA"/>
            </a:solidFill>
            <a:ln w="3175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2" name="_fb3"/>
            <p:cNvCxnSpPr/>
            <p:nvPr/>
          </p:nvCxnSpPr>
          <p:spPr>
            <a:xfrm flipV="1">
              <a:off x="14566900" y="3098400"/>
              <a:ext cx="0" cy="1016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_fb4"/>
            <p:cNvCxnSpPr/>
            <p:nvPr/>
          </p:nvCxnSpPr>
          <p:spPr>
            <a:xfrm>
              <a:off x="14566900" y="3200000"/>
              <a:ext cx="76200" cy="381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4" name="!!ev"/>
          <p:cNvSpPr txBox="1"/>
          <p:nvPr/>
        </p:nvSpPr>
        <p:spPr>
          <a:xfrm>
            <a:off x="5612000" y="3700000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−70만원</a:t>
            </a:r>
            <a:endParaRPr lang="ko-KR" altLang="en-US" sz="3600" b="1" dirty="0">
              <a:solidFill>
                <a:srgbClr val="C24E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5" name="!!bal_box"/>
          <p:cNvSpPr/>
          <p:nvPr/>
        </p:nvSpPr>
        <p:spPr>
          <a:xfrm>
            <a:off x="5312517" y="6687438"/>
            <a:ext cx="3598966" cy="1817477"/>
          </a:xfrm>
          <a:prstGeom prst="roundRect">
            <a:avLst/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!!bal_lbl"/>
          <p:cNvSpPr txBox="1"/>
          <p:nvPr/>
        </p:nvSpPr>
        <p:spPr>
          <a:xfrm>
            <a:off x="5312517" y="6930030"/>
            <a:ext cx="3598966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통장</a:t>
            </a:r>
            <a:endParaRPr lang="ko-KR" altLang="en-US" sz="28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7" name="!!bal_val"/>
          <p:cNvSpPr txBox="1"/>
          <p:nvPr/>
        </p:nvSpPr>
        <p:spPr>
          <a:xfrm>
            <a:off x="5312517" y="7498263"/>
            <a:ext cx="3598966" cy="7078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30만원</a:t>
            </a:r>
            <a:endParaRPr lang="ko-KR" altLang="en-US" sz="4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90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A02EB3-0B71-4C75-8AFD-2DEFEB4205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!!tl_track">
            <a:extLst>
              <a:ext uri="{FF2B5EF4-FFF2-40B4-BE49-F238E27FC236}">
                <a16:creationId xmlns:a16="http://schemas.microsoft.com/office/drawing/2014/main" id="{1CB3F654-2BB2-4A85-8DA2-062CF1F78CB8}"/>
              </a:ext>
            </a:extLst>
          </p:cNvPr>
          <p:cNvCxnSpPr/>
          <p:nvPr/>
        </p:nvCxnSpPr>
        <p:spPr>
          <a:xfrm>
            <a:off x="3048000" y="5030150"/>
            <a:ext cx="12192000" cy="0"/>
          </a:xfrm>
          <a:prstGeom prst="line">
            <a:avLst/>
          </a:prstGeom>
          <a:ln w="38100">
            <a:solidFill>
              <a:srgbClr val="E6E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!!tl_dot0">
            <a:extLst>
              <a:ext uri="{FF2B5EF4-FFF2-40B4-BE49-F238E27FC236}">
                <a16:creationId xmlns:a16="http://schemas.microsoft.com/office/drawing/2014/main" id="{90E2646B-7F76-492E-BCBF-849A03EC3F52}"/>
              </a:ext>
            </a:extLst>
          </p:cNvPr>
          <p:cNvSpPr/>
          <p:nvPr/>
        </p:nvSpPr>
        <p:spPr>
          <a:xfrm>
            <a:off x="2959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!!tl_d0">
            <a:extLst>
              <a:ext uri="{FF2B5EF4-FFF2-40B4-BE49-F238E27FC236}">
                <a16:creationId xmlns:a16="http://schemas.microsoft.com/office/drawing/2014/main" id="{9F128DB2-1A1A-45FA-B1F8-73325C26D1E9}"/>
              </a:ext>
            </a:extLst>
          </p:cNvPr>
          <p:cNvSpPr txBox="1"/>
          <p:nvPr/>
        </p:nvSpPr>
        <p:spPr>
          <a:xfrm>
            <a:off x="1143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D+0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6" name="!!tl_c0">
            <a:extLst>
              <a:ext uri="{FF2B5EF4-FFF2-40B4-BE49-F238E27FC236}">
                <a16:creationId xmlns:a16="http://schemas.microsoft.com/office/drawing/2014/main" id="{E7F92FE0-B290-4D95-9325-47CFD4889445}"/>
              </a:ext>
            </a:extLst>
          </p:cNvPr>
          <p:cNvSpPr txBox="1"/>
          <p:nvPr/>
        </p:nvSpPr>
        <p:spPr>
          <a:xfrm>
            <a:off x="1143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결제</a:t>
            </a:r>
          </a:p>
        </p:txBody>
      </p:sp>
      <p:sp>
        <p:nvSpPr>
          <p:cNvPr id="317" name="!!tl_dot1">
            <a:extLst>
              <a:ext uri="{FF2B5EF4-FFF2-40B4-BE49-F238E27FC236}">
                <a16:creationId xmlns:a16="http://schemas.microsoft.com/office/drawing/2014/main" id="{7FB4987A-DA88-4D1E-A294-D7F5FF83B287}"/>
              </a:ext>
            </a:extLst>
          </p:cNvPr>
          <p:cNvSpPr/>
          <p:nvPr/>
        </p:nvSpPr>
        <p:spPr>
          <a:xfrm>
            <a:off x="7023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!!tl_d1">
            <a:extLst>
              <a:ext uri="{FF2B5EF4-FFF2-40B4-BE49-F238E27FC236}">
                <a16:creationId xmlns:a16="http://schemas.microsoft.com/office/drawing/2014/main" id="{A25E588F-D37E-4F10-88E4-087847D8AB85}"/>
              </a:ext>
            </a:extLst>
          </p:cNvPr>
          <p:cNvSpPr txBox="1"/>
          <p:nvPr/>
        </p:nvSpPr>
        <p:spPr>
          <a:xfrm>
            <a:off x="5207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D+1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9" name="!!tl_c1">
            <a:extLst>
              <a:ext uri="{FF2B5EF4-FFF2-40B4-BE49-F238E27FC236}">
                <a16:creationId xmlns:a16="http://schemas.microsoft.com/office/drawing/2014/main" id="{84A7D567-B08E-45E9-8ED7-D88C3D56E2DF}"/>
              </a:ext>
            </a:extLst>
          </p:cNvPr>
          <p:cNvSpPr txBox="1"/>
          <p:nvPr/>
        </p:nvSpPr>
        <p:spPr>
          <a:xfrm>
            <a:off x="5207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재료비</a:t>
            </a:r>
          </a:p>
        </p:txBody>
      </p:sp>
      <p:sp>
        <p:nvSpPr>
          <p:cNvPr id="320" name="!!tl_dot2">
            <a:extLst>
              <a:ext uri="{FF2B5EF4-FFF2-40B4-BE49-F238E27FC236}">
                <a16:creationId xmlns:a16="http://schemas.microsoft.com/office/drawing/2014/main" id="{42603B88-8300-4363-B3D5-6977168A7628}"/>
              </a:ext>
            </a:extLst>
          </p:cNvPr>
          <p:cNvSpPr/>
          <p:nvPr/>
        </p:nvSpPr>
        <p:spPr>
          <a:xfrm>
            <a:off x="11087100" y="4941250"/>
            <a:ext cx="177800" cy="177800"/>
          </a:xfrm>
          <a:prstGeom prst="ellipse">
            <a:avLst/>
          </a:prstGeom>
          <a:solidFill>
            <a:srgbClr val="C24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!!tl_d2">
            <a:extLst>
              <a:ext uri="{FF2B5EF4-FFF2-40B4-BE49-F238E27FC236}">
                <a16:creationId xmlns:a16="http://schemas.microsoft.com/office/drawing/2014/main" id="{7903A9A5-3BBC-4EA1-B344-5659269431DE}"/>
              </a:ext>
            </a:extLst>
          </p:cNvPr>
          <p:cNvSpPr txBox="1"/>
          <p:nvPr/>
        </p:nvSpPr>
        <p:spPr>
          <a:xfrm>
            <a:off x="9271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2" name="!!tl_c2">
            <a:extLst>
              <a:ext uri="{FF2B5EF4-FFF2-40B4-BE49-F238E27FC236}">
                <a16:creationId xmlns:a16="http://schemas.microsoft.com/office/drawing/2014/main" id="{C42EF480-151F-4602-BE34-45250D0F18DB}"/>
              </a:ext>
            </a:extLst>
          </p:cNvPr>
          <p:cNvSpPr txBox="1"/>
          <p:nvPr/>
        </p:nvSpPr>
        <p:spPr>
          <a:xfrm>
            <a:off x="9271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고정비 지급일</a:t>
            </a:r>
          </a:p>
        </p:txBody>
      </p:sp>
      <p:sp>
        <p:nvSpPr>
          <p:cNvPr id="323" name="!!tl_dot3">
            <a:extLst>
              <a:ext uri="{FF2B5EF4-FFF2-40B4-BE49-F238E27FC236}">
                <a16:creationId xmlns:a16="http://schemas.microsoft.com/office/drawing/2014/main" id="{DE040F56-32B6-4DAE-B20E-8CB98116EA32}"/>
              </a:ext>
            </a:extLst>
          </p:cNvPr>
          <p:cNvSpPr/>
          <p:nvPr/>
        </p:nvSpPr>
        <p:spPr>
          <a:xfrm>
            <a:off x="15151100" y="4941250"/>
            <a:ext cx="177800" cy="177800"/>
          </a:xfrm>
          <a:prstGeom prst="ellipse">
            <a:avLst/>
          </a:prstGeom>
          <a:solidFill>
            <a:srgbClr val="C993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!!tl_d3">
            <a:extLst>
              <a:ext uri="{FF2B5EF4-FFF2-40B4-BE49-F238E27FC236}">
                <a16:creationId xmlns:a16="http://schemas.microsoft.com/office/drawing/2014/main" id="{7B4D8198-556A-41E0-8FC1-E0C227DCF0B8}"/>
              </a:ext>
            </a:extLst>
          </p:cNvPr>
          <p:cNvSpPr txBox="1"/>
          <p:nvPr/>
        </p:nvSpPr>
        <p:spPr>
          <a:xfrm>
            <a:off x="13335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D+3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5" name="!!tl_c3">
            <a:extLst>
              <a:ext uri="{FF2B5EF4-FFF2-40B4-BE49-F238E27FC236}">
                <a16:creationId xmlns:a16="http://schemas.microsoft.com/office/drawing/2014/main" id="{94F6E162-B293-425F-8D02-E78744E8046A}"/>
              </a:ext>
            </a:extLst>
          </p:cNvPr>
          <p:cNvSpPr txBox="1"/>
          <p:nvPr/>
        </p:nvSpPr>
        <p:spPr>
          <a:xfrm>
            <a:off x="13335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C9932A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 입금</a:t>
            </a:r>
          </a:p>
        </p:txBody>
      </p:sp>
      <p:sp>
        <p:nvSpPr>
          <p:cNvPr id="326" name="!!tl_mark">
            <a:extLst>
              <a:ext uri="{FF2B5EF4-FFF2-40B4-BE49-F238E27FC236}">
                <a16:creationId xmlns:a16="http://schemas.microsoft.com/office/drawing/2014/main" id="{915D2208-76D6-4391-99F6-C54C25C67085}"/>
              </a:ext>
            </a:extLst>
          </p:cNvPr>
          <p:cNvSpPr/>
          <p:nvPr/>
        </p:nvSpPr>
        <p:spPr>
          <a:xfrm>
            <a:off x="10985500" y="4839650"/>
            <a:ext cx="381000" cy="381000"/>
          </a:xfrm>
          <a:prstGeom prst="ellipse">
            <a:avLst/>
          </a:prstGeom>
          <a:noFill/>
          <a:ln w="38100" cap="rnd">
            <a:solidFill>
              <a:srgbClr val="C24E4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!!due_box"/>
          <p:cNvSpPr/>
          <p:nvPr/>
        </p:nvSpPr>
        <p:spPr>
          <a:xfrm>
            <a:off x="13740000" y="3200000"/>
            <a:ext cx="3000000" cy="110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38100" cap="rnd">
            <a:solidFill>
              <a:srgbClr val="C9932A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!!due_val"/>
          <p:cNvSpPr txBox="1"/>
          <p:nvPr/>
        </p:nvSpPr>
        <p:spPr>
          <a:xfrm>
            <a:off x="13740000" y="3566534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+150만원</a:t>
            </a:r>
            <a:endParaRPr lang="ko-KR" altLang="en-US" sz="36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grpSp>
        <p:nvGrpSpPr>
          <p:cNvPr id="329" name="!!due_badge"/>
          <p:cNvGrpSpPr/>
          <p:nvPr/>
        </p:nvGrpSpPr>
        <p:grpSpPr>
          <a:xfrm>
            <a:off x="14224000" y="2920600"/>
            <a:ext cx="2032000" cy="558800"/>
            <a:chOff x="14224000" y="2920600"/>
            <a:chExt cx="2032000" cy="558800"/>
          </a:xfrm>
        </p:grpSpPr>
        <p:sp>
          <p:nvSpPr>
            <p:cNvPr id="330" name="_fb1"/>
            <p:cNvSpPr/>
            <p:nvPr/>
          </p:nvSpPr>
          <p:spPr>
            <a:xfrm>
              <a:off x="14224000" y="2920600"/>
              <a:ext cx="2032000" cy="558800"/>
            </a:xfrm>
            <a:prstGeom prst="roundRect">
              <a:avLst>
                <a:gd name="adj" fmla="val 50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35000" tIns="0" rIns="76200" bIns="0" rtlCol="0" anchor="ctr"/>
            <a:lstStyle/>
            <a:p>
              <a:r>
                <a:rPr lang="en-US" altLang="ko-KR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3</a:t>
              </a:r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일 뒤</a:t>
              </a:r>
            </a:p>
          </p:txBody>
        </p:sp>
        <p:sp>
          <p:nvSpPr>
            <p:cNvPr id="331" name="_fb2"/>
            <p:cNvSpPr/>
            <p:nvPr/>
          </p:nvSpPr>
          <p:spPr>
            <a:xfrm>
              <a:off x="14401800" y="3034900"/>
              <a:ext cx="330200" cy="330200"/>
            </a:xfrm>
            <a:prstGeom prst="ellipse">
              <a:avLst/>
            </a:prstGeom>
            <a:solidFill>
              <a:srgbClr val="F4F6FA"/>
            </a:solidFill>
            <a:ln w="3175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2" name="_fb3"/>
            <p:cNvCxnSpPr/>
            <p:nvPr/>
          </p:nvCxnSpPr>
          <p:spPr>
            <a:xfrm flipV="1">
              <a:off x="14566900" y="3098400"/>
              <a:ext cx="0" cy="1016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_fb4"/>
            <p:cNvCxnSpPr/>
            <p:nvPr/>
          </p:nvCxnSpPr>
          <p:spPr>
            <a:xfrm>
              <a:off x="14566900" y="3200000"/>
              <a:ext cx="76200" cy="381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4" name="!!ev"/>
          <p:cNvSpPr txBox="1"/>
          <p:nvPr/>
        </p:nvSpPr>
        <p:spPr>
          <a:xfrm>
            <a:off x="9676000" y="3700000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−80만원</a:t>
            </a:r>
            <a:endParaRPr lang="ko-KR" altLang="en-US" sz="3600" b="1" dirty="0">
              <a:solidFill>
                <a:srgbClr val="C24E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5" name="!!bal_box"/>
          <p:cNvSpPr/>
          <p:nvPr/>
        </p:nvSpPr>
        <p:spPr>
          <a:xfrm>
            <a:off x="9376517" y="6687438"/>
            <a:ext cx="3598966" cy="1817477"/>
          </a:xfrm>
          <a:prstGeom prst="roundRect">
            <a:avLst/>
          </a:prstGeom>
          <a:solidFill>
            <a:srgbClr val="C2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!!bal_lbl"/>
          <p:cNvSpPr txBox="1"/>
          <p:nvPr/>
        </p:nvSpPr>
        <p:spPr>
          <a:xfrm>
            <a:off x="9376517" y="6930030"/>
            <a:ext cx="3598966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잔고 부족</a:t>
            </a:r>
            <a:endParaRPr lang="ko-KR" altLang="en-US" sz="28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7" name="!!bal_val"/>
          <p:cNvSpPr txBox="1"/>
          <p:nvPr/>
        </p:nvSpPr>
        <p:spPr>
          <a:xfrm>
            <a:off x="9376517" y="7498263"/>
            <a:ext cx="3598966" cy="7078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−50만원</a:t>
            </a:r>
            <a:endParaRPr lang="ko-KR" altLang="en-US" sz="4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279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6A02EB3-0B71-4C75-8AFD-2DEFEB4205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!!tl_track">
            <a:extLst>
              <a:ext uri="{FF2B5EF4-FFF2-40B4-BE49-F238E27FC236}">
                <a16:creationId xmlns:a16="http://schemas.microsoft.com/office/drawing/2014/main" id="{1CB3F654-2BB2-4A85-8DA2-062CF1F78CB8}"/>
              </a:ext>
            </a:extLst>
          </p:cNvPr>
          <p:cNvCxnSpPr/>
          <p:nvPr/>
        </p:nvCxnSpPr>
        <p:spPr>
          <a:xfrm>
            <a:off x="3048000" y="5030150"/>
            <a:ext cx="12192000" cy="0"/>
          </a:xfrm>
          <a:prstGeom prst="line">
            <a:avLst/>
          </a:prstGeom>
          <a:ln w="38100">
            <a:solidFill>
              <a:srgbClr val="E6E9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!!tl_dot0">
            <a:extLst>
              <a:ext uri="{FF2B5EF4-FFF2-40B4-BE49-F238E27FC236}">
                <a16:creationId xmlns:a16="http://schemas.microsoft.com/office/drawing/2014/main" id="{90E2646B-7F76-492E-BCBF-849A03EC3F52}"/>
              </a:ext>
            </a:extLst>
          </p:cNvPr>
          <p:cNvSpPr/>
          <p:nvPr/>
        </p:nvSpPr>
        <p:spPr>
          <a:xfrm>
            <a:off x="2959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!!tl_d0">
            <a:extLst>
              <a:ext uri="{FF2B5EF4-FFF2-40B4-BE49-F238E27FC236}">
                <a16:creationId xmlns:a16="http://schemas.microsoft.com/office/drawing/2014/main" id="{9F128DB2-1A1A-45FA-B1F8-73325C26D1E9}"/>
              </a:ext>
            </a:extLst>
          </p:cNvPr>
          <p:cNvSpPr txBox="1"/>
          <p:nvPr/>
        </p:nvSpPr>
        <p:spPr>
          <a:xfrm>
            <a:off x="1143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D+0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6" name="!!tl_c0">
            <a:extLst>
              <a:ext uri="{FF2B5EF4-FFF2-40B4-BE49-F238E27FC236}">
                <a16:creationId xmlns:a16="http://schemas.microsoft.com/office/drawing/2014/main" id="{E7F92FE0-B290-4D95-9325-47CFD4889445}"/>
              </a:ext>
            </a:extLst>
          </p:cNvPr>
          <p:cNvSpPr txBox="1"/>
          <p:nvPr/>
        </p:nvSpPr>
        <p:spPr>
          <a:xfrm>
            <a:off x="1143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결제</a:t>
            </a:r>
          </a:p>
        </p:txBody>
      </p:sp>
      <p:sp>
        <p:nvSpPr>
          <p:cNvPr id="317" name="!!tl_dot1">
            <a:extLst>
              <a:ext uri="{FF2B5EF4-FFF2-40B4-BE49-F238E27FC236}">
                <a16:creationId xmlns:a16="http://schemas.microsoft.com/office/drawing/2014/main" id="{7FB4987A-DA88-4D1E-A294-D7F5FF83B287}"/>
              </a:ext>
            </a:extLst>
          </p:cNvPr>
          <p:cNvSpPr/>
          <p:nvPr/>
        </p:nvSpPr>
        <p:spPr>
          <a:xfrm>
            <a:off x="7023100" y="4941250"/>
            <a:ext cx="177800" cy="1778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!!tl_d1">
            <a:extLst>
              <a:ext uri="{FF2B5EF4-FFF2-40B4-BE49-F238E27FC236}">
                <a16:creationId xmlns:a16="http://schemas.microsoft.com/office/drawing/2014/main" id="{A25E588F-D37E-4F10-88E4-087847D8AB85}"/>
              </a:ext>
            </a:extLst>
          </p:cNvPr>
          <p:cNvSpPr txBox="1"/>
          <p:nvPr/>
        </p:nvSpPr>
        <p:spPr>
          <a:xfrm>
            <a:off x="5207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D+1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9" name="!!tl_c1">
            <a:extLst>
              <a:ext uri="{FF2B5EF4-FFF2-40B4-BE49-F238E27FC236}">
                <a16:creationId xmlns:a16="http://schemas.microsoft.com/office/drawing/2014/main" id="{84A7D567-B08E-45E9-8ED7-D88C3D56E2DF}"/>
              </a:ext>
            </a:extLst>
          </p:cNvPr>
          <p:cNvSpPr txBox="1"/>
          <p:nvPr/>
        </p:nvSpPr>
        <p:spPr>
          <a:xfrm>
            <a:off x="5207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재료비</a:t>
            </a:r>
          </a:p>
        </p:txBody>
      </p:sp>
      <p:sp>
        <p:nvSpPr>
          <p:cNvPr id="320" name="!!tl_dot2">
            <a:extLst>
              <a:ext uri="{FF2B5EF4-FFF2-40B4-BE49-F238E27FC236}">
                <a16:creationId xmlns:a16="http://schemas.microsoft.com/office/drawing/2014/main" id="{42603B88-8300-4363-B3D5-6977168A7628}"/>
              </a:ext>
            </a:extLst>
          </p:cNvPr>
          <p:cNvSpPr/>
          <p:nvPr/>
        </p:nvSpPr>
        <p:spPr>
          <a:xfrm>
            <a:off x="11087100" y="4941250"/>
            <a:ext cx="177800" cy="177800"/>
          </a:xfrm>
          <a:prstGeom prst="ellipse">
            <a:avLst/>
          </a:prstGeom>
          <a:solidFill>
            <a:srgbClr val="C24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!!tl_d2">
            <a:extLst>
              <a:ext uri="{FF2B5EF4-FFF2-40B4-BE49-F238E27FC236}">
                <a16:creationId xmlns:a16="http://schemas.microsoft.com/office/drawing/2014/main" id="{7903A9A5-3BBC-4EA1-B344-5659269431DE}"/>
              </a:ext>
            </a:extLst>
          </p:cNvPr>
          <p:cNvSpPr txBox="1"/>
          <p:nvPr/>
        </p:nvSpPr>
        <p:spPr>
          <a:xfrm>
            <a:off x="9271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2" name="!!tl_c2">
            <a:extLst>
              <a:ext uri="{FF2B5EF4-FFF2-40B4-BE49-F238E27FC236}">
                <a16:creationId xmlns:a16="http://schemas.microsoft.com/office/drawing/2014/main" id="{C42EF480-151F-4602-BE34-45250D0F18DB}"/>
              </a:ext>
            </a:extLst>
          </p:cNvPr>
          <p:cNvSpPr txBox="1"/>
          <p:nvPr/>
        </p:nvSpPr>
        <p:spPr>
          <a:xfrm>
            <a:off x="9271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고정비 지급일</a:t>
            </a:r>
          </a:p>
        </p:txBody>
      </p:sp>
      <p:sp>
        <p:nvSpPr>
          <p:cNvPr id="323" name="!!tl_dot3">
            <a:extLst>
              <a:ext uri="{FF2B5EF4-FFF2-40B4-BE49-F238E27FC236}">
                <a16:creationId xmlns:a16="http://schemas.microsoft.com/office/drawing/2014/main" id="{DE040F56-32B6-4DAE-B20E-8CB98116EA32}"/>
              </a:ext>
            </a:extLst>
          </p:cNvPr>
          <p:cNvSpPr/>
          <p:nvPr/>
        </p:nvSpPr>
        <p:spPr>
          <a:xfrm>
            <a:off x="15151100" y="4941250"/>
            <a:ext cx="177800" cy="177800"/>
          </a:xfrm>
          <a:prstGeom prst="ellipse">
            <a:avLst/>
          </a:prstGeom>
          <a:solidFill>
            <a:srgbClr val="C993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!!tl_d3">
            <a:extLst>
              <a:ext uri="{FF2B5EF4-FFF2-40B4-BE49-F238E27FC236}">
                <a16:creationId xmlns:a16="http://schemas.microsoft.com/office/drawing/2014/main" id="{7B4D8198-556A-41E0-8FC1-E0C227DCF0B8}"/>
              </a:ext>
            </a:extLst>
          </p:cNvPr>
          <p:cNvSpPr txBox="1"/>
          <p:nvPr/>
        </p:nvSpPr>
        <p:spPr>
          <a:xfrm>
            <a:off x="13335000" y="53442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D+3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5" name="!!tl_c3">
            <a:extLst>
              <a:ext uri="{FF2B5EF4-FFF2-40B4-BE49-F238E27FC236}">
                <a16:creationId xmlns:a16="http://schemas.microsoft.com/office/drawing/2014/main" id="{94F6E162-B293-425F-8D02-E78744E8046A}"/>
              </a:ext>
            </a:extLst>
          </p:cNvPr>
          <p:cNvSpPr txBox="1"/>
          <p:nvPr/>
        </p:nvSpPr>
        <p:spPr>
          <a:xfrm>
            <a:off x="13335000" y="5826817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C9932A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 입금</a:t>
            </a:r>
          </a:p>
        </p:txBody>
      </p:sp>
      <p:sp>
        <p:nvSpPr>
          <p:cNvPr id="326" name="!!tl_mark">
            <a:extLst>
              <a:ext uri="{FF2B5EF4-FFF2-40B4-BE49-F238E27FC236}">
                <a16:creationId xmlns:a16="http://schemas.microsoft.com/office/drawing/2014/main" id="{915D2208-76D6-4391-99F6-C54C25C67085}"/>
              </a:ext>
            </a:extLst>
          </p:cNvPr>
          <p:cNvSpPr/>
          <p:nvPr/>
        </p:nvSpPr>
        <p:spPr>
          <a:xfrm>
            <a:off x="10985500" y="4839650"/>
            <a:ext cx="381000" cy="381000"/>
          </a:xfrm>
          <a:prstGeom prst="ellipse">
            <a:avLst/>
          </a:prstGeom>
          <a:noFill/>
          <a:ln w="38100" cap="rnd">
            <a:solidFill>
              <a:srgbClr val="C24E4E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!!due_box"/>
          <p:cNvSpPr/>
          <p:nvPr/>
        </p:nvSpPr>
        <p:spPr>
          <a:xfrm>
            <a:off x="13740000" y="3200000"/>
            <a:ext cx="3000000" cy="110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38100" cap="rnd">
            <a:solidFill>
              <a:srgbClr val="C9932A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!!due_val"/>
          <p:cNvSpPr txBox="1"/>
          <p:nvPr/>
        </p:nvSpPr>
        <p:spPr>
          <a:xfrm>
            <a:off x="13740000" y="3566534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+150만원</a:t>
            </a:r>
            <a:endParaRPr lang="ko-KR" altLang="en-US" sz="36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grpSp>
        <p:nvGrpSpPr>
          <p:cNvPr id="329" name="!!due_badge"/>
          <p:cNvGrpSpPr/>
          <p:nvPr/>
        </p:nvGrpSpPr>
        <p:grpSpPr>
          <a:xfrm>
            <a:off x="14224000" y="2920600"/>
            <a:ext cx="2032000" cy="558800"/>
            <a:chOff x="14224000" y="2920600"/>
            <a:chExt cx="2032000" cy="558800"/>
          </a:xfrm>
        </p:grpSpPr>
        <p:sp>
          <p:nvSpPr>
            <p:cNvPr id="330" name="_fb1"/>
            <p:cNvSpPr/>
            <p:nvPr/>
          </p:nvSpPr>
          <p:spPr>
            <a:xfrm>
              <a:off x="14224000" y="2920600"/>
              <a:ext cx="2032000" cy="558800"/>
            </a:xfrm>
            <a:prstGeom prst="roundRect">
              <a:avLst>
                <a:gd name="adj" fmla="val 50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635000" tIns="0" rIns="76200" bIns="0" rtlCol="0" anchor="ctr"/>
            <a:lstStyle/>
            <a:p>
              <a:r>
                <a:rPr lang="en-US" altLang="ko-KR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3</a:t>
              </a:r>
              <a:r>
                <a:rPr lang="ko-KR" altLang="en-US" sz="3000">
                  <a:solidFill>
                    <a:srgbClr val="1B2233"/>
                  </a:solidFill>
                  <a:latin typeface="삼성긴고딕 Bold" panose="020B0600000101010101" pitchFamily="50" charset="-127"/>
                  <a:ea typeface="삼성긴고딕 Bold" panose="020B0600000101010101" pitchFamily="50" charset="-127"/>
                </a:rPr>
                <a:t>일 뒤</a:t>
              </a:r>
            </a:p>
          </p:txBody>
        </p:sp>
        <p:sp>
          <p:nvSpPr>
            <p:cNvPr id="331" name="_fb2"/>
            <p:cNvSpPr/>
            <p:nvPr/>
          </p:nvSpPr>
          <p:spPr>
            <a:xfrm>
              <a:off x="14401800" y="3034900"/>
              <a:ext cx="330200" cy="330200"/>
            </a:xfrm>
            <a:prstGeom prst="ellipse">
              <a:avLst/>
            </a:prstGeom>
            <a:solidFill>
              <a:srgbClr val="F4F6FA"/>
            </a:solidFill>
            <a:ln w="3175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2" name="_fb3"/>
            <p:cNvCxnSpPr/>
            <p:nvPr/>
          </p:nvCxnSpPr>
          <p:spPr>
            <a:xfrm flipV="1">
              <a:off x="14566900" y="3098400"/>
              <a:ext cx="0" cy="1016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_fb4"/>
            <p:cNvCxnSpPr/>
            <p:nvPr/>
          </p:nvCxnSpPr>
          <p:spPr>
            <a:xfrm>
              <a:off x="14566900" y="3200000"/>
              <a:ext cx="76200" cy="38100"/>
            </a:xfrm>
            <a:prstGeom prst="line">
              <a:avLst/>
            </a:prstGeom>
            <a:ln w="31750">
              <a:solidFill>
                <a:srgbClr val="1B22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4" name="!!ev"/>
          <p:cNvSpPr txBox="1"/>
          <p:nvPr/>
        </p:nvSpPr>
        <p:spPr>
          <a:xfrm>
            <a:off x="9676000" y="3700000"/>
            <a:ext cx="30000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−80만원</a:t>
            </a:r>
            <a:endParaRPr lang="ko-KR" altLang="en-US" sz="3600" b="1" dirty="0">
              <a:solidFill>
                <a:srgbClr val="C24E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5" name="!!bal_box"/>
          <p:cNvSpPr/>
          <p:nvPr/>
        </p:nvSpPr>
        <p:spPr>
          <a:xfrm>
            <a:off x="9376517" y="6687438"/>
            <a:ext cx="3598966" cy="1817477"/>
          </a:xfrm>
          <a:prstGeom prst="roundRect">
            <a:avLst/>
          </a:prstGeom>
          <a:solidFill>
            <a:srgbClr val="C2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!!bal_lbl"/>
          <p:cNvSpPr txBox="1"/>
          <p:nvPr/>
        </p:nvSpPr>
        <p:spPr>
          <a:xfrm>
            <a:off x="9376517" y="6930030"/>
            <a:ext cx="3598966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잔고 부족</a:t>
            </a:r>
            <a:endParaRPr lang="ko-KR" altLang="en-US" sz="28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7" name="!!bal_val"/>
          <p:cNvSpPr txBox="1"/>
          <p:nvPr/>
        </p:nvSpPr>
        <p:spPr>
          <a:xfrm>
            <a:off x="9376517" y="7498263"/>
            <a:ext cx="3598966" cy="70788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−50만원</a:t>
            </a:r>
            <a:endParaRPr lang="ko-KR" altLang="en-US" sz="4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grpSp>
        <p:nvGrpSpPr>
          <p:cNvPr id="341" name="!!gap"/>
          <p:cNvGrpSpPr/>
          <p:nvPr/>
        </p:nvGrpSpPr>
        <p:grpSpPr>
          <a:xfrm>
            <a:off x="10896000" y="4750150"/>
            <a:ext cx="4624000" cy="560000"/>
            <a:chOff x="10896000" y="4750150"/>
            <a:chExt cx="4624000" cy="560000"/>
          </a:xfrm>
        </p:grpSpPr>
        <p:sp>
          <p:nvSpPr>
            <p:cNvPr id="338" name="공백 띠"/>
            <p:cNvSpPr/>
            <p:nvPr/>
          </p:nvSpPr>
          <p:spPr>
            <a:xfrm>
              <a:off x="10896000" y="4750150"/>
              <a:ext cx="4624000" cy="560000"/>
            </a:xfrm>
            <a:prstGeom prst="roundRect">
              <a:avLst>
                <a:gd name="adj" fmla="val 50000"/>
              </a:avLst>
            </a:prstGeom>
            <a:solidFill>
              <a:srgbClr val="C24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정산 공백</a:t>
              </a:r>
              <a:endParaRPr lang="ko-KR" altLang="en-US" sz="2800" b="1">
                <a:solidFill>
                  <a:srgbClr val="FFFFFF"/>
                </a:solidFill>
              </a:endParaRPr>
            </a:p>
          </p:txBody>
        </p:sp>
        <p:sp>
          <p:nvSpPr>
            <p:cNvPr id="339" name="공백 표시"/>
            <p:cNvSpPr/>
            <p:nvPr/>
          </p:nvSpPr>
          <p:spPr>
            <a:xfrm>
              <a:off x="10985500" y="4839650"/>
              <a:ext cx="381000" cy="381000"/>
            </a:xfrm>
            <a:prstGeom prst="ellipse">
              <a:avLst/>
            </a:prstGeom>
            <a:noFill/>
            <a:ln w="38100" cap="rnd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공백 끝"/>
            <p:cNvSpPr/>
            <p:nvPr/>
          </p:nvSpPr>
          <p:spPr>
            <a:xfrm>
              <a:off x="15151100" y="4941250"/>
              <a:ext cx="177800" cy="1778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7387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E6180A-132A-4668-86C0-3C5D9DF57911}"/>
              </a:ext>
            </a:extLst>
          </p:cNvPr>
          <p:cNvSpPr txBox="1"/>
          <p:nvPr/>
        </p:nvSpPr>
        <p:spPr>
          <a:xfrm>
            <a:off x="914400" y="3624772"/>
            <a:ext cx="16459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지금은  비고 나서 압니다</a:t>
            </a:r>
            <a:r>
              <a:rPr lang="en-US" altLang="ko-KR" sz="4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  <a:endParaRPr lang="ko-KR" altLang="en-US" sz="4000" dirty="0">
              <a:solidFill>
                <a:schemeClr val="bg1">
                  <a:lumMod val="50000"/>
                </a:schemeClr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5E48C-1F27-4B62-A585-409C896EC050}"/>
              </a:ext>
            </a:extLst>
          </p:cNvPr>
          <p:cNvSpPr txBox="1"/>
          <p:nvPr/>
        </p:nvSpPr>
        <p:spPr>
          <a:xfrm>
            <a:off x="914400" y="4639102"/>
            <a:ext cx="16459200" cy="110799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비기 전에  알려드립니다</a:t>
            </a:r>
            <a:r>
              <a:rPr lang="en-US" altLang="ko-KR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  <a:endParaRPr lang="ko-KR" altLang="en-US" sz="72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4DA3ED9-1C36-4565-842C-A39F7FF6C72A}"/>
              </a:ext>
            </a:extLst>
          </p:cNvPr>
          <p:cNvCxnSpPr/>
          <p:nvPr/>
        </p:nvCxnSpPr>
        <p:spPr>
          <a:xfrm>
            <a:off x="8255000" y="7010400"/>
            <a:ext cx="1778000" cy="0"/>
          </a:xfrm>
          <a:prstGeom prst="line">
            <a:avLst/>
          </a:prstGeom>
          <a:ln w="25400">
            <a:solidFill>
              <a:srgbClr val="5B8D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C40995-B76D-47F3-A29A-128C1025D410}"/>
              </a:ext>
            </a:extLst>
          </p:cNvPr>
          <p:cNvSpPr txBox="1"/>
          <p:nvPr/>
        </p:nvSpPr>
        <p:spPr>
          <a:xfrm>
            <a:off x="914400" y="7466829"/>
            <a:ext cx="16459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앞으로 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30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일의 잔고를 그려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,  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부족해지는 날 하나를 짚습니다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.</a:t>
            </a:r>
            <a:endParaRPr lang="ko-KR" altLang="en-US" sz="300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473BAA1-8534-45AB-8AB1-3C9569289C0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0">
            <a:extLst>
              <a:ext uri="{FF2B5EF4-FFF2-40B4-BE49-F238E27FC236}">
                <a16:creationId xmlns:a16="http://schemas.microsoft.com/office/drawing/2014/main" id="{14729A6D-F95C-41FE-A8A2-DEDC92F8F5CB}"/>
              </a:ext>
            </a:extLst>
          </p:cNvPr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영상 및 기획배경</a:t>
            </a:r>
            <a:endParaRPr lang="en-US" altLang="ko-KR" sz="4000" b="1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981951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B050F7-EEA3-48D7-9012-A782A31F0711}"/>
              </a:ext>
            </a:extLst>
          </p:cNvPr>
          <p:cNvSpPr txBox="1"/>
          <p:nvPr/>
        </p:nvSpPr>
        <p:spPr>
          <a:xfrm>
            <a:off x="1828800" y="2827923"/>
            <a:ext cx="5080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02</a:t>
            </a:r>
            <a:endParaRPr lang="ko-KR" altLang="en-US"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0F873-E03B-4B28-977C-1183E53D32DE}"/>
              </a:ext>
            </a:extLst>
          </p:cNvPr>
          <p:cNvSpPr txBox="1"/>
          <p:nvPr/>
        </p:nvSpPr>
        <p:spPr>
          <a:xfrm>
            <a:off x="1828800" y="3683169"/>
            <a:ext cx="14605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84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기능 시연</a:t>
            </a:r>
          </a:p>
        </p:txBody>
      </p:sp>
    </p:spTree>
    <p:extLst>
      <p:ext uri="{BB962C8B-B14F-4D97-AF65-F5344CB8AC3E}">
        <p14:creationId xmlns:p14="http://schemas.microsoft.com/office/powerpoint/2010/main" val="10551034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B050F7-EEA3-48D7-9012-A782A31F0711}"/>
              </a:ext>
            </a:extLst>
          </p:cNvPr>
          <p:cNvSpPr txBox="1"/>
          <p:nvPr/>
        </p:nvSpPr>
        <p:spPr>
          <a:xfrm>
            <a:off x="1828800" y="2827923"/>
            <a:ext cx="5080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03</a:t>
            </a:r>
            <a:endParaRPr lang="ko-KR" altLang="en-US"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0F873-E03B-4B28-977C-1183E53D32DE}"/>
              </a:ext>
            </a:extLst>
          </p:cNvPr>
          <p:cNvSpPr txBox="1"/>
          <p:nvPr/>
        </p:nvSpPr>
        <p:spPr>
          <a:xfrm>
            <a:off x="1828800" y="3683169"/>
            <a:ext cx="14605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84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 및 구현</a:t>
            </a:r>
          </a:p>
        </p:txBody>
      </p:sp>
    </p:spTree>
    <p:extLst>
      <p:ext uri="{BB962C8B-B14F-4D97-AF65-F5344CB8AC3E}">
        <p14:creationId xmlns:p14="http://schemas.microsoft.com/office/powerpoint/2010/main" val="192757212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68B74-8327-4EB0-AD5D-A44EF76BA14C}"/>
              </a:ext>
            </a:extLst>
          </p:cNvPr>
          <p:cNvSpPr txBox="1"/>
          <p:nvPr/>
        </p:nvSpPr>
        <p:spPr>
          <a:xfrm>
            <a:off x="914400" y="739974"/>
            <a:ext cx="10972800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 및 구현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CBDB88-13A0-42DF-B936-6908D78D6A0A}"/>
              </a:ext>
            </a:extLst>
          </p:cNvPr>
          <p:cNvSpPr/>
          <p:nvPr/>
        </p:nvSpPr>
        <p:spPr>
          <a:xfrm>
            <a:off x="5105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카드 동작 구조"/>
          <p:cNvSpPr/>
          <p:nvPr/>
        </p:nvSpPr>
        <p:spPr>
          <a:xfrm>
            <a:off x="914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EDBA16-84A5-46A1-8A79-B918E3B7D838}"/>
              </a:ext>
            </a:extLst>
          </p:cNvPr>
          <p:cNvCxnSpPr/>
          <p:nvPr/>
        </p:nvCxnSpPr>
        <p:spPr>
          <a:xfrm>
            <a:off x="5651500" y="4724400"/>
            <a:ext cx="2794000" cy="0"/>
          </a:xfrm>
          <a:prstGeom prst="line">
            <a:avLst/>
          </a:prstGeom>
          <a:ln w="15240">
            <a:solidFill>
              <a:srgbClr val="E6E9E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B46E3F3-69DB-4913-B829-CBD1F32A28F2}"/>
              </a:ext>
            </a:extLst>
          </p:cNvPr>
          <p:cNvSpPr/>
          <p:nvPr/>
        </p:nvSpPr>
        <p:spPr>
          <a:xfrm>
            <a:off x="5651500" y="4114800"/>
            <a:ext cx="2794001" cy="866141"/>
          </a:xfrm>
          <a:custGeom>
            <a:avLst/>
            <a:gdLst/>
            <a:ahLst/>
            <a:cxnLst/>
            <a:rect l="0" t="0" r="0" b="0"/>
            <a:pathLst>
              <a:path w="2794001" h="866141">
                <a:moveTo>
                  <a:pt x="0" y="111760"/>
                </a:moveTo>
                <a:lnTo>
                  <a:pt x="399143" y="0"/>
                </a:lnTo>
                <a:lnTo>
                  <a:pt x="798286" y="223520"/>
                </a:lnTo>
                <a:lnTo>
                  <a:pt x="1197428" y="139700"/>
                </a:lnTo>
                <a:lnTo>
                  <a:pt x="1596572" y="474980"/>
                </a:lnTo>
                <a:lnTo>
                  <a:pt x="1995714" y="642620"/>
                </a:lnTo>
                <a:lnTo>
                  <a:pt x="2394857" y="866140"/>
                </a:lnTo>
                <a:lnTo>
                  <a:pt x="2794000" y="69850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F332A-9F17-4158-98CC-AB9E5C7370B3}"/>
              </a:ext>
            </a:extLst>
          </p:cNvPr>
          <p:cNvSpPr txBox="1"/>
          <p:nvPr/>
        </p:nvSpPr>
        <p:spPr>
          <a:xfrm>
            <a:off x="5105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00E6AB-7686-409B-AFE5-64D620366603}"/>
              </a:ext>
            </a:extLst>
          </p:cNvPr>
          <p:cNvSpPr/>
          <p:nvPr/>
        </p:nvSpPr>
        <p:spPr>
          <a:xfrm>
            <a:off x="9296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B15FB0F-3B7D-4548-B292-6B538DDBD2E0}"/>
              </a:ext>
            </a:extLst>
          </p:cNvPr>
          <p:cNvSpPr/>
          <p:nvPr/>
        </p:nvSpPr>
        <p:spPr>
          <a:xfrm>
            <a:off x="9842500" y="4505960"/>
            <a:ext cx="1397001" cy="55881"/>
          </a:xfrm>
          <a:custGeom>
            <a:avLst/>
            <a:gdLst/>
            <a:ahLst/>
            <a:cxnLst/>
            <a:rect l="0" t="0" r="0" b="0"/>
            <a:pathLst>
              <a:path w="1397001" h="55881">
                <a:moveTo>
                  <a:pt x="0" y="27940"/>
                </a:moveTo>
                <a:lnTo>
                  <a:pt x="465667" y="0"/>
                </a:lnTo>
                <a:lnTo>
                  <a:pt x="931333" y="55880"/>
                </a:lnTo>
                <a:lnTo>
                  <a:pt x="1397000" y="27940"/>
                </a:lnTo>
              </a:path>
            </a:pathLst>
          </a:custGeom>
          <a:ln w="44450">
            <a:solidFill>
              <a:srgbClr val="6670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68FF4C8-4143-46E1-A133-6E2A6E74BA49}"/>
              </a:ext>
            </a:extLst>
          </p:cNvPr>
          <p:cNvSpPr/>
          <p:nvPr/>
        </p:nvSpPr>
        <p:spPr>
          <a:xfrm>
            <a:off x="11239500" y="3947160"/>
            <a:ext cx="1397001" cy="586741"/>
          </a:xfrm>
          <a:custGeom>
            <a:avLst/>
            <a:gdLst/>
            <a:ahLst/>
            <a:cxnLst/>
            <a:rect l="0" t="0" r="0" b="0"/>
            <a:pathLst>
              <a:path w="1397001" h="586741">
                <a:moveTo>
                  <a:pt x="0" y="586740"/>
                </a:moveTo>
                <a:lnTo>
                  <a:pt x="465667" y="363220"/>
                </a:lnTo>
                <a:lnTo>
                  <a:pt x="931333" y="195580"/>
                </a:lnTo>
                <a:lnTo>
                  <a:pt x="1397000" y="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CDD9A1E-CDFF-4E03-8A64-C08FC5E145D2}"/>
              </a:ext>
            </a:extLst>
          </p:cNvPr>
          <p:cNvSpPr/>
          <p:nvPr/>
        </p:nvSpPr>
        <p:spPr>
          <a:xfrm>
            <a:off x="11239500" y="4533900"/>
            <a:ext cx="1397001" cy="558801"/>
          </a:xfrm>
          <a:custGeom>
            <a:avLst/>
            <a:gdLst/>
            <a:ahLst/>
            <a:cxnLst/>
            <a:rect l="0" t="0" r="0" b="0"/>
            <a:pathLst>
              <a:path w="1397001" h="558801">
                <a:moveTo>
                  <a:pt x="0" y="0"/>
                </a:moveTo>
                <a:lnTo>
                  <a:pt x="465667" y="195580"/>
                </a:lnTo>
                <a:lnTo>
                  <a:pt x="931333" y="391160"/>
                </a:lnTo>
                <a:lnTo>
                  <a:pt x="1397000" y="558800"/>
                </a:lnTo>
              </a:path>
            </a:pathLst>
          </a:custGeom>
          <a:ln w="44450">
            <a:solidFill>
              <a:srgbClr val="A070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A3B9D-B958-42EF-845B-D5934A408C0B}"/>
              </a:ext>
            </a:extLst>
          </p:cNvPr>
          <p:cNvSpPr txBox="1"/>
          <p:nvPr/>
        </p:nvSpPr>
        <p:spPr>
          <a:xfrm>
            <a:off x="9296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시나리오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3D3F5D-8DB1-4FF4-9FE0-90E340160F20}"/>
              </a:ext>
            </a:extLst>
          </p:cNvPr>
          <p:cNvSpPr/>
          <p:nvPr/>
        </p:nvSpPr>
        <p:spPr>
          <a:xfrm>
            <a:off x="13487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EDBE63-E11D-41D4-9908-61D74F57E758}"/>
              </a:ext>
            </a:extLst>
          </p:cNvPr>
          <p:cNvSpPr/>
          <p:nvPr/>
        </p:nvSpPr>
        <p:spPr>
          <a:xfrm>
            <a:off x="14566900" y="3759200"/>
            <a:ext cx="1727200" cy="1574800"/>
          </a:xfrm>
          <a:prstGeom prst="roundRect">
            <a:avLst>
              <a:gd name="adj" fmla="val 8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80A744-D767-4B05-9FF0-9B6200E4004D}"/>
              </a:ext>
            </a:extLst>
          </p:cNvPr>
          <p:cNvCxnSpPr/>
          <p:nvPr/>
        </p:nvCxnSpPr>
        <p:spPr>
          <a:xfrm>
            <a:off x="14871700" y="4140200"/>
            <a:ext cx="1117600" cy="0"/>
          </a:xfrm>
          <a:prstGeom prst="line">
            <a:avLst/>
          </a:prstGeom>
          <a:ln w="3810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B9192D-C749-4ED8-BD88-7A20643B36DE}"/>
              </a:ext>
            </a:extLst>
          </p:cNvPr>
          <p:cNvCxnSpPr/>
          <p:nvPr/>
        </p:nvCxnSpPr>
        <p:spPr>
          <a:xfrm>
            <a:off x="14871700" y="4470400"/>
            <a:ext cx="8128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938B5A-A767-40EC-A3C4-6FB549D516BA}"/>
              </a:ext>
            </a:extLst>
          </p:cNvPr>
          <p:cNvCxnSpPr/>
          <p:nvPr/>
        </p:nvCxnSpPr>
        <p:spPr>
          <a:xfrm>
            <a:off x="14871700" y="4800600"/>
            <a:ext cx="10160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8BAC25-25D0-409C-8104-4EB05001604C}"/>
              </a:ext>
            </a:extLst>
          </p:cNvPr>
          <p:cNvCxnSpPr/>
          <p:nvPr/>
        </p:nvCxnSpPr>
        <p:spPr>
          <a:xfrm>
            <a:off x="14871700" y="5130800"/>
            <a:ext cx="6096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573031-A3CD-4781-9287-BF80FA7A5887}"/>
              </a:ext>
            </a:extLst>
          </p:cNvPr>
          <p:cNvSpPr txBox="1"/>
          <p:nvPr/>
        </p:nvSpPr>
        <p:spPr>
          <a:xfrm>
            <a:off x="13487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 작성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655BF94-6A50-4354-82A4-F6CA26E47D8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밑줄">
            <a:extLst>
              <a:ext uri="{FF2B5EF4-FFF2-40B4-BE49-F238E27FC236}">
                <a16:creationId xmlns:a16="http://schemas.microsoft.com/office/drawing/2014/main" id="{79DAB003-10FD-406E-AF53-30A15CC59F45}"/>
              </a:ext>
            </a:extLst>
          </p:cNvPr>
          <p:cNvCxnSpPr/>
          <p:nvPr/>
        </p:nvCxnSpPr>
        <p:spPr>
          <a:xfrm>
            <a:off x="856000" y="7208874"/>
            <a:ext cx="4003000" cy="0"/>
          </a:xfrm>
          <a:prstGeom prst="line">
            <a:avLst/>
          </a:prstGeom>
          <a:ln w="69850">
            <a:solidFill>
              <a:srgbClr val="3565D8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이름 동작 구조"/>
          <p:cNvSpPr txBox="1"/>
          <p:nvPr/>
        </p:nvSpPr>
        <p:spPr>
          <a:xfrm>
            <a:off x="914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</a:t>
            </a:r>
          </a:p>
        </p:txBody>
      </p:sp>
      <p:sp>
        <p:nvSpPr>
          <p:cNvPr id="28" name="흐름 1"/>
          <p:cNvSpPr/>
          <p:nvPr/>
        </p:nvSpPr>
        <p:spPr>
          <a:xfrm>
            <a:off x="14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흐름 화살표 1"/>
          <p:cNvCxnSpPr/>
          <p:nvPr/>
        </p:nvCxnSpPr>
        <p:spPr>
          <a:xfrm>
            <a:off x="21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흐름 2"/>
          <p:cNvSpPr/>
          <p:nvPr/>
        </p:nvSpPr>
        <p:spPr>
          <a:xfrm>
            <a:off x="25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흐름 화살표 2"/>
          <p:cNvCxnSpPr/>
          <p:nvPr/>
        </p:nvCxnSpPr>
        <p:spPr>
          <a:xfrm>
            <a:off x="32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흐름 3"/>
          <p:cNvSpPr/>
          <p:nvPr/>
        </p:nvSpPr>
        <p:spPr>
          <a:xfrm>
            <a:off x="36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시나리오  ·  증빙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A676C95-37D8-45FE-9708-B1562083A6C0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시나리오  ·  증빙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15A0D58-40E2-41AA-A034-63BC618F66D8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13609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b="1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시나리오  ·  증빙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25E359-49F0-4EB0-8424-C40A95DC9072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b="1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시나리오  ·  증빙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794DA85-E963-475B-A4F5-4B24C276FB9A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b="1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89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19202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19202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시나리오  ·  증빙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0CE6579-65B6-452E-B57D-E1F4CDC1233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1"/>
          <p:cNvSpPr txBox="1"/>
          <p:nvPr/>
        </p:nvSpPr>
        <p:spPr>
          <a:xfrm>
            <a:off x="914400" y="636270"/>
            <a:ext cx="109728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동작 구조</a:t>
            </a:r>
            <a:endParaRPr lang="en-US" sz="4000" b="1" dirty="0">
              <a:latin typeface="삼성긴고딕 Regular" panose="020B0600000101010101" pitchFamily="50" charset="-127"/>
            </a:endParaRPr>
          </a:p>
        </p:txBody>
      </p:sp>
      <p:sp>
        <p:nvSpPr>
          <p:cNvPr id="4" name="!!s3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s4"/>
          <p:cNvSpPr/>
          <p:nvPr/>
        </p:nvSpPr>
        <p:spPr>
          <a:xfrm>
            <a:off x="91440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s5"/>
          <p:cNvSpPr txBox="1"/>
          <p:nvPr/>
        </p:nvSpPr>
        <p:spPr>
          <a:xfrm>
            <a:off x="91440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입력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8" name="!!s7"/>
          <p:cNvSpPr/>
          <p:nvPr/>
        </p:nvSpPr>
        <p:spPr>
          <a:xfrm>
            <a:off x="3721608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!!s8"/>
          <p:cNvSpPr txBox="1"/>
          <p:nvPr/>
        </p:nvSpPr>
        <p:spPr>
          <a:xfrm>
            <a:off x="3721608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규칙 층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1" name="!!s10"/>
          <p:cNvSpPr/>
          <p:nvPr/>
        </p:nvSpPr>
        <p:spPr>
          <a:xfrm>
            <a:off x="6528816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s11"/>
          <p:cNvSpPr txBox="1"/>
          <p:nvPr/>
        </p:nvSpPr>
        <p:spPr>
          <a:xfrm>
            <a:off x="6528816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4" name="!!s13"/>
          <p:cNvSpPr/>
          <p:nvPr/>
        </p:nvSpPr>
        <p:spPr>
          <a:xfrm>
            <a:off x="9336024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!!s14"/>
          <p:cNvSpPr txBox="1"/>
          <p:nvPr/>
        </p:nvSpPr>
        <p:spPr>
          <a:xfrm>
            <a:off x="9336024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모델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17" name="!!s16"/>
          <p:cNvSpPr/>
          <p:nvPr/>
        </p:nvSpPr>
        <p:spPr>
          <a:xfrm>
            <a:off x="12143232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!!s17"/>
          <p:cNvSpPr txBox="1"/>
          <p:nvPr/>
        </p:nvSpPr>
        <p:spPr>
          <a:xfrm>
            <a:off x="12143232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잔액 곡선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sp>
        <p:nvSpPr>
          <p:cNvPr id="20" name="!!s19"/>
          <p:cNvSpPr/>
          <p:nvPr/>
        </p:nvSpPr>
        <p:spPr>
          <a:xfrm>
            <a:off x="14950440" y="2240280"/>
            <a:ext cx="2423160" cy="731520"/>
          </a:xfrm>
          <a:prstGeom prst="roundRect">
            <a:avLst>
              <a:gd name="adj" fmla="val 12500"/>
            </a:avLst>
          </a:prstGeom>
          <a:solidFill>
            <a:srgbClr val="1B2233"/>
          </a:solidFill>
          <a:ln w="12700">
            <a:solidFill>
              <a:srgbClr val="1B22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!!s20"/>
          <p:cNvSpPr txBox="1"/>
          <p:nvPr/>
        </p:nvSpPr>
        <p:spPr>
          <a:xfrm>
            <a:off x="14950440" y="22402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확장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23" name="!!s22" descr="C:\Users\SSAFY\Desktop\소상공인\private\현재\발표덱\assets\ic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4" name="!!s23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거래내역 · 영수증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5" name="!!s24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6" name="!!s25" descr="C:\Users\SSAFY\Desktop\소상공인\private\현재\발표덱\assets\ic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27" name="!!s26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반복 패턴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28" name="!!s27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200" dirty="0">
              <a:latin typeface="삼성긴고딕 Regular" panose="020B0600000101010101" pitchFamily="50" charset="-127"/>
            </a:endParaRPr>
          </a:p>
        </p:txBody>
      </p:sp>
      <p:pic>
        <p:nvPicPr>
          <p:cNvPr id="29" name="!!s28" descr="C:\Users\SSAFY\Desktop\소상공인\private\현재\발표덱\assets\ic_resid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0" name="!!s29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잔여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1" name="!!s30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실제 거래  −  규칙이 설명한 것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2" name="!!s31" descr="C:\Users\SSAFY\Desktop\소상공인\private\현재\발표덱\assets\ic_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3" name="!!s32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residual-gru</a:t>
            </a:r>
            <a:endParaRPr lang="en-US" sz="5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s33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q20 · q50 · q80  ×  30일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5" name="!!s34" descr="C:\Users\SSAFY\Desktop\소상공인\private\현재\발표덱\assets\ic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287000" y="3931920"/>
            <a:ext cx="2286000" cy="2286000"/>
          </a:xfrm>
          <a:prstGeom prst="rect">
            <a:avLst/>
          </a:prstGeom>
        </p:spPr>
      </p:pic>
      <p:sp>
        <p:nvSpPr>
          <p:cNvPr id="36" name="!!s35"/>
          <p:cNvSpPr txBox="1"/>
          <p:nvPr/>
        </p:nvSpPr>
        <p:spPr>
          <a:xfrm>
            <a:off x="-173736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더하고 빼기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37" name="!!s36"/>
          <p:cNvSpPr txBox="1"/>
          <p:nvPr/>
        </p:nvSpPr>
        <p:spPr>
          <a:xfrm>
            <a:off x="-173736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계산은 모델이 아니라 코드가</a:t>
            </a:r>
            <a:endParaRPr lang="en-US" sz="3000" dirty="0">
              <a:latin typeface="삼성긴고딕 Regular" panose="020B0600000101010101" pitchFamily="50" charset="-127"/>
            </a:endParaRPr>
          </a:p>
        </p:txBody>
      </p:sp>
      <p:pic>
        <p:nvPicPr>
          <p:cNvPr id="38" name="!!s37" descr="C:\Users\SSAFY\Desktop\소상공인\private\현재\발표덱\assets\ic_windo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3931920"/>
            <a:ext cx="2286000" cy="2286000"/>
          </a:xfrm>
          <a:prstGeom prst="rect">
            <a:avLst/>
          </a:prstGeom>
        </p:spPr>
      </p:pic>
      <p:sp>
        <p:nvSpPr>
          <p:cNvPr id="39" name="!!s38"/>
          <p:cNvSpPr txBox="1"/>
          <p:nvPr/>
        </p:nvSpPr>
        <p:spPr>
          <a:xfrm>
            <a:off x="914400" y="6629400"/>
            <a:ext cx="1645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7200" dirty="0"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확장</a:t>
            </a:r>
            <a:endParaRPr lang="en-US" sz="72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!!s39"/>
          <p:cNvSpPr txBox="1"/>
          <p:nvPr/>
        </p:nvSpPr>
        <p:spPr>
          <a:xfrm>
            <a:off x="914400" y="8321040"/>
            <a:ext cx="1645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예보  ·  </a:t>
            </a:r>
            <a:r>
              <a:rPr lang="ko-KR" alt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시나리오</a:t>
            </a:r>
            <a:r>
              <a:rPr lang="en-US"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  ·  증빙</a:t>
            </a:r>
            <a:endParaRPr lang="en-US" sz="3000" b="1" dirty="0">
              <a:latin typeface="삼성긴고딕 Regular" panose="020B0600000101010101" pitchFamily="50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F5739FC-AD65-4D6C-8B9F-FA54A8072A6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68B74-8327-4EB0-AD5D-A44EF76BA14C}"/>
              </a:ext>
            </a:extLst>
          </p:cNvPr>
          <p:cNvSpPr txBox="1"/>
          <p:nvPr/>
        </p:nvSpPr>
        <p:spPr>
          <a:xfrm>
            <a:off x="914400" y="739974"/>
            <a:ext cx="10972800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 및 구현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CBDB88-13A0-42DF-B936-6908D78D6A0A}"/>
              </a:ext>
            </a:extLst>
          </p:cNvPr>
          <p:cNvSpPr/>
          <p:nvPr/>
        </p:nvSpPr>
        <p:spPr>
          <a:xfrm>
            <a:off x="5105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카드 동작 구조"/>
          <p:cNvSpPr/>
          <p:nvPr/>
        </p:nvSpPr>
        <p:spPr>
          <a:xfrm>
            <a:off x="914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EDBA16-84A5-46A1-8A79-B918E3B7D838}"/>
              </a:ext>
            </a:extLst>
          </p:cNvPr>
          <p:cNvCxnSpPr/>
          <p:nvPr/>
        </p:nvCxnSpPr>
        <p:spPr>
          <a:xfrm>
            <a:off x="5651500" y="4724400"/>
            <a:ext cx="2794000" cy="0"/>
          </a:xfrm>
          <a:prstGeom prst="line">
            <a:avLst/>
          </a:prstGeom>
          <a:ln w="15240">
            <a:solidFill>
              <a:srgbClr val="E6E9E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B46E3F3-69DB-4913-B829-CBD1F32A28F2}"/>
              </a:ext>
            </a:extLst>
          </p:cNvPr>
          <p:cNvSpPr/>
          <p:nvPr/>
        </p:nvSpPr>
        <p:spPr>
          <a:xfrm>
            <a:off x="5651500" y="4114800"/>
            <a:ext cx="2794001" cy="866141"/>
          </a:xfrm>
          <a:custGeom>
            <a:avLst/>
            <a:gdLst/>
            <a:ahLst/>
            <a:cxnLst/>
            <a:rect l="0" t="0" r="0" b="0"/>
            <a:pathLst>
              <a:path w="2794001" h="866141">
                <a:moveTo>
                  <a:pt x="0" y="111760"/>
                </a:moveTo>
                <a:lnTo>
                  <a:pt x="399143" y="0"/>
                </a:lnTo>
                <a:lnTo>
                  <a:pt x="798286" y="223520"/>
                </a:lnTo>
                <a:lnTo>
                  <a:pt x="1197428" y="139700"/>
                </a:lnTo>
                <a:lnTo>
                  <a:pt x="1596572" y="474980"/>
                </a:lnTo>
                <a:lnTo>
                  <a:pt x="1995714" y="642620"/>
                </a:lnTo>
                <a:lnTo>
                  <a:pt x="2394857" y="866140"/>
                </a:lnTo>
                <a:lnTo>
                  <a:pt x="2794000" y="69850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F332A-9F17-4158-98CC-AB9E5C7370B3}"/>
              </a:ext>
            </a:extLst>
          </p:cNvPr>
          <p:cNvSpPr txBox="1"/>
          <p:nvPr/>
        </p:nvSpPr>
        <p:spPr>
          <a:xfrm>
            <a:off x="5105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00E6AB-7686-409B-AFE5-64D620366603}"/>
              </a:ext>
            </a:extLst>
          </p:cNvPr>
          <p:cNvSpPr/>
          <p:nvPr/>
        </p:nvSpPr>
        <p:spPr>
          <a:xfrm>
            <a:off x="9296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B15FB0F-3B7D-4548-B292-6B538DDBD2E0}"/>
              </a:ext>
            </a:extLst>
          </p:cNvPr>
          <p:cNvSpPr/>
          <p:nvPr/>
        </p:nvSpPr>
        <p:spPr>
          <a:xfrm>
            <a:off x="9842500" y="4505960"/>
            <a:ext cx="1397001" cy="55881"/>
          </a:xfrm>
          <a:custGeom>
            <a:avLst/>
            <a:gdLst/>
            <a:ahLst/>
            <a:cxnLst/>
            <a:rect l="0" t="0" r="0" b="0"/>
            <a:pathLst>
              <a:path w="1397001" h="55881">
                <a:moveTo>
                  <a:pt x="0" y="27940"/>
                </a:moveTo>
                <a:lnTo>
                  <a:pt x="465667" y="0"/>
                </a:lnTo>
                <a:lnTo>
                  <a:pt x="931333" y="55880"/>
                </a:lnTo>
                <a:lnTo>
                  <a:pt x="1397000" y="27940"/>
                </a:lnTo>
              </a:path>
            </a:pathLst>
          </a:custGeom>
          <a:ln w="44450">
            <a:solidFill>
              <a:srgbClr val="6670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68FF4C8-4143-46E1-A133-6E2A6E74BA49}"/>
              </a:ext>
            </a:extLst>
          </p:cNvPr>
          <p:cNvSpPr/>
          <p:nvPr/>
        </p:nvSpPr>
        <p:spPr>
          <a:xfrm>
            <a:off x="11239500" y="3947160"/>
            <a:ext cx="1397001" cy="586741"/>
          </a:xfrm>
          <a:custGeom>
            <a:avLst/>
            <a:gdLst/>
            <a:ahLst/>
            <a:cxnLst/>
            <a:rect l="0" t="0" r="0" b="0"/>
            <a:pathLst>
              <a:path w="1397001" h="586741">
                <a:moveTo>
                  <a:pt x="0" y="586740"/>
                </a:moveTo>
                <a:lnTo>
                  <a:pt x="465667" y="363220"/>
                </a:lnTo>
                <a:lnTo>
                  <a:pt x="931333" y="195580"/>
                </a:lnTo>
                <a:lnTo>
                  <a:pt x="1397000" y="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CDD9A1E-CDFF-4E03-8A64-C08FC5E145D2}"/>
              </a:ext>
            </a:extLst>
          </p:cNvPr>
          <p:cNvSpPr/>
          <p:nvPr/>
        </p:nvSpPr>
        <p:spPr>
          <a:xfrm>
            <a:off x="11239500" y="4533900"/>
            <a:ext cx="1397001" cy="558801"/>
          </a:xfrm>
          <a:custGeom>
            <a:avLst/>
            <a:gdLst/>
            <a:ahLst/>
            <a:cxnLst/>
            <a:rect l="0" t="0" r="0" b="0"/>
            <a:pathLst>
              <a:path w="1397001" h="558801">
                <a:moveTo>
                  <a:pt x="0" y="0"/>
                </a:moveTo>
                <a:lnTo>
                  <a:pt x="465667" y="195580"/>
                </a:lnTo>
                <a:lnTo>
                  <a:pt x="931333" y="391160"/>
                </a:lnTo>
                <a:lnTo>
                  <a:pt x="1397000" y="558800"/>
                </a:lnTo>
              </a:path>
            </a:pathLst>
          </a:custGeom>
          <a:ln w="44450">
            <a:solidFill>
              <a:srgbClr val="A070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A3B9D-B958-42EF-845B-D5934A408C0B}"/>
              </a:ext>
            </a:extLst>
          </p:cNvPr>
          <p:cNvSpPr txBox="1"/>
          <p:nvPr/>
        </p:nvSpPr>
        <p:spPr>
          <a:xfrm>
            <a:off x="9296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시나리오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3D3F5D-8DB1-4FF4-9FE0-90E340160F20}"/>
              </a:ext>
            </a:extLst>
          </p:cNvPr>
          <p:cNvSpPr/>
          <p:nvPr/>
        </p:nvSpPr>
        <p:spPr>
          <a:xfrm>
            <a:off x="13487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EDBE63-E11D-41D4-9908-61D74F57E758}"/>
              </a:ext>
            </a:extLst>
          </p:cNvPr>
          <p:cNvSpPr/>
          <p:nvPr/>
        </p:nvSpPr>
        <p:spPr>
          <a:xfrm>
            <a:off x="14566900" y="3759200"/>
            <a:ext cx="1727200" cy="1574800"/>
          </a:xfrm>
          <a:prstGeom prst="roundRect">
            <a:avLst>
              <a:gd name="adj" fmla="val 8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80A744-D767-4B05-9FF0-9B6200E4004D}"/>
              </a:ext>
            </a:extLst>
          </p:cNvPr>
          <p:cNvCxnSpPr/>
          <p:nvPr/>
        </p:nvCxnSpPr>
        <p:spPr>
          <a:xfrm>
            <a:off x="14871700" y="4140200"/>
            <a:ext cx="1117600" cy="0"/>
          </a:xfrm>
          <a:prstGeom prst="line">
            <a:avLst/>
          </a:prstGeom>
          <a:ln w="3810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B9192D-C749-4ED8-BD88-7A20643B36DE}"/>
              </a:ext>
            </a:extLst>
          </p:cNvPr>
          <p:cNvCxnSpPr/>
          <p:nvPr/>
        </p:nvCxnSpPr>
        <p:spPr>
          <a:xfrm>
            <a:off x="14871700" y="4470400"/>
            <a:ext cx="8128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938B5A-A767-40EC-A3C4-6FB549D516BA}"/>
              </a:ext>
            </a:extLst>
          </p:cNvPr>
          <p:cNvCxnSpPr/>
          <p:nvPr/>
        </p:nvCxnSpPr>
        <p:spPr>
          <a:xfrm>
            <a:off x="14871700" y="4800600"/>
            <a:ext cx="10160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8BAC25-25D0-409C-8104-4EB05001604C}"/>
              </a:ext>
            </a:extLst>
          </p:cNvPr>
          <p:cNvCxnSpPr/>
          <p:nvPr/>
        </p:nvCxnSpPr>
        <p:spPr>
          <a:xfrm>
            <a:off x="14871700" y="5130800"/>
            <a:ext cx="6096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573031-A3CD-4781-9287-BF80FA7A5887}"/>
              </a:ext>
            </a:extLst>
          </p:cNvPr>
          <p:cNvSpPr txBox="1"/>
          <p:nvPr/>
        </p:nvSpPr>
        <p:spPr>
          <a:xfrm>
            <a:off x="13487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 작성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655BF94-6A50-4354-82A4-F6CA26E47D8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밑줄">
            <a:extLst>
              <a:ext uri="{FF2B5EF4-FFF2-40B4-BE49-F238E27FC236}">
                <a16:creationId xmlns:a16="http://schemas.microsoft.com/office/drawing/2014/main" id="{79DAB003-10FD-406E-AF53-30A15CC59F45}"/>
              </a:ext>
            </a:extLst>
          </p:cNvPr>
          <p:cNvCxnSpPr/>
          <p:nvPr/>
        </p:nvCxnSpPr>
        <p:spPr>
          <a:xfrm>
            <a:off x="5047000" y="7208874"/>
            <a:ext cx="4003000" cy="0"/>
          </a:xfrm>
          <a:prstGeom prst="line">
            <a:avLst/>
          </a:prstGeom>
          <a:ln w="69850">
            <a:solidFill>
              <a:srgbClr val="3565D8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이름 동작 구조"/>
          <p:cNvSpPr txBox="1"/>
          <p:nvPr/>
        </p:nvSpPr>
        <p:spPr>
          <a:xfrm>
            <a:off x="914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</a:t>
            </a:r>
          </a:p>
        </p:txBody>
      </p:sp>
      <p:sp>
        <p:nvSpPr>
          <p:cNvPr id="28" name="흐름 1"/>
          <p:cNvSpPr/>
          <p:nvPr/>
        </p:nvSpPr>
        <p:spPr>
          <a:xfrm>
            <a:off x="14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흐름 화살표 1"/>
          <p:cNvCxnSpPr/>
          <p:nvPr/>
        </p:nvCxnSpPr>
        <p:spPr>
          <a:xfrm>
            <a:off x="21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흐름 2"/>
          <p:cNvSpPr/>
          <p:nvPr/>
        </p:nvSpPr>
        <p:spPr>
          <a:xfrm>
            <a:off x="25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흐름 화살표 2"/>
          <p:cNvCxnSpPr/>
          <p:nvPr/>
        </p:nvCxnSpPr>
        <p:spPr>
          <a:xfrm>
            <a:off x="32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흐름 3"/>
          <p:cNvSpPr/>
          <p:nvPr/>
        </p:nvSpPr>
        <p:spPr>
          <a:xfrm>
            <a:off x="36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7427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76834D-29B9-4C20-885C-B221BFF2EC76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pic>
        <p:nvPicPr>
          <p:cNvPr id="7" name="!!icCard">
            <a:extLst>
              <a:ext uri="{FF2B5EF4-FFF2-40B4-BE49-F238E27FC236}">
                <a16:creationId xmlns:a16="http://schemas.microsoft.com/office/drawing/2014/main" id="{5B9485A2-B33A-47DA-9993-24EAB9481BC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574900"/>
            <a:ext cx="19050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398E36-EBA8-4F47-92D7-E7FD551F28D5}"/>
              </a:ext>
            </a:extLst>
          </p:cNvPr>
          <p:cNvSpPr txBox="1"/>
          <p:nvPr/>
        </p:nvSpPr>
        <p:spPr>
          <a:xfrm>
            <a:off x="939800" y="6041101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</a:t>
            </a:r>
          </a:p>
        </p:txBody>
      </p:sp>
      <p:pic>
        <p:nvPicPr>
          <p:cNvPr id="10" name="!!icRent">
            <a:extLst>
              <a:ext uri="{FF2B5EF4-FFF2-40B4-BE49-F238E27FC236}">
                <a16:creationId xmlns:a16="http://schemas.microsoft.com/office/drawing/2014/main" id="{0FDB9A82-2399-4991-8419-6880C3E3681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00" y="3574900"/>
            <a:ext cx="1905000" cy="190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EA8904-7BE3-4797-812D-96208E9D562D}"/>
              </a:ext>
            </a:extLst>
          </p:cNvPr>
          <p:cNvSpPr txBox="1"/>
          <p:nvPr/>
        </p:nvSpPr>
        <p:spPr>
          <a:xfrm>
            <a:off x="5054600" y="6041101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pic>
        <p:nvPicPr>
          <p:cNvPr id="13" name="!!icSales">
            <a:extLst>
              <a:ext uri="{FF2B5EF4-FFF2-40B4-BE49-F238E27FC236}">
                <a16:creationId xmlns:a16="http://schemas.microsoft.com/office/drawing/2014/main" id="{9F49E249-2793-4D46-BA7A-432D4E5C96C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900" y="3574900"/>
            <a:ext cx="1905000" cy="1905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6B2E710-3047-47BB-B395-60BB34BEC895}"/>
              </a:ext>
            </a:extLst>
          </p:cNvPr>
          <p:cNvSpPr txBox="1"/>
          <p:nvPr/>
        </p:nvSpPr>
        <p:spPr>
          <a:xfrm>
            <a:off x="9169400" y="6041101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매출</a:t>
            </a:r>
          </a:p>
        </p:txBody>
      </p:sp>
      <p:pic>
        <p:nvPicPr>
          <p:cNvPr id="16" name="!!icRes">
            <a:extLst>
              <a:ext uri="{FF2B5EF4-FFF2-40B4-BE49-F238E27FC236}">
                <a16:creationId xmlns:a16="http://schemas.microsoft.com/office/drawing/2014/main" id="{A5F6D61D-7B49-4931-BCFD-0DB8F99E068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4363700" y="3574900"/>
            <a:ext cx="1905000" cy="1905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276F144-07B5-40B5-AD06-EAC7FED88F3E}"/>
              </a:ext>
            </a:extLst>
          </p:cNvPr>
          <p:cNvSpPr txBox="1"/>
          <p:nvPr/>
        </p:nvSpPr>
        <p:spPr>
          <a:xfrm>
            <a:off x="13284200" y="6041101"/>
            <a:ext cx="4064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잔여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7BA4B3E-759D-4FB7-9ABD-5014CD18322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60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1316F-9B4C-4C52-9E7E-342C05972EFE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5" name="!!cardRep">
            <a:extLst>
              <a:ext uri="{FF2B5EF4-FFF2-40B4-BE49-F238E27FC236}">
                <a16:creationId xmlns:a16="http://schemas.microsoft.com/office/drawing/2014/main" id="{F2B0053E-B583-4328-A0F6-B548E15FDC2E}"/>
              </a:ext>
            </a:extLst>
          </p:cNvPr>
          <p:cNvSpPr/>
          <p:nvPr/>
        </p:nvSpPr>
        <p:spPr>
          <a:xfrm>
            <a:off x="914400" y="2667000"/>
            <a:ext cx="8890000" cy="1905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!!icCard">
            <a:extLst>
              <a:ext uri="{FF2B5EF4-FFF2-40B4-BE49-F238E27FC236}">
                <a16:creationId xmlns:a16="http://schemas.microsoft.com/office/drawing/2014/main" id="{8C658363-578A-44B9-B628-D0331016296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3213100"/>
            <a:ext cx="812800" cy="812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3FC0EF-4093-4110-A7D1-47A6ACB2709F}"/>
              </a:ext>
            </a:extLst>
          </p:cNvPr>
          <p:cNvSpPr txBox="1"/>
          <p:nvPr/>
        </p:nvSpPr>
        <p:spPr>
          <a:xfrm>
            <a:off x="2438400" y="3388668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카드 정산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ACDD48-81A9-4AE5-8CAF-389373DAFA56}"/>
              </a:ext>
            </a:extLst>
          </p:cNvPr>
          <p:cNvSpPr/>
          <p:nvPr/>
        </p:nvSpPr>
        <p:spPr>
          <a:xfrm>
            <a:off x="914400" y="4876800"/>
            <a:ext cx="8890000" cy="1905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2" name="!!icRent">
            <a:extLst>
              <a:ext uri="{FF2B5EF4-FFF2-40B4-BE49-F238E27FC236}">
                <a16:creationId xmlns:a16="http://schemas.microsoft.com/office/drawing/2014/main" id="{606B53DD-ACBD-4BAE-90D9-AD705D28362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5422900"/>
            <a:ext cx="812800" cy="812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B79F7F-B975-47FC-9F69-40CD96DE398A}"/>
              </a:ext>
            </a:extLst>
          </p:cNvPr>
          <p:cNvSpPr txBox="1"/>
          <p:nvPr/>
        </p:nvSpPr>
        <p:spPr>
          <a:xfrm>
            <a:off x="2438400" y="5598468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E86FE0-F95E-4C8C-B6ED-DF0B91559305}"/>
              </a:ext>
            </a:extLst>
          </p:cNvPr>
          <p:cNvSpPr/>
          <p:nvPr/>
        </p:nvSpPr>
        <p:spPr>
          <a:xfrm>
            <a:off x="914400" y="7086600"/>
            <a:ext cx="8890000" cy="1905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7" name="!!icSales">
            <a:extLst>
              <a:ext uri="{FF2B5EF4-FFF2-40B4-BE49-F238E27FC236}">
                <a16:creationId xmlns:a16="http://schemas.microsoft.com/office/drawing/2014/main" id="{481F4366-6016-46A3-8E38-7E18E8A685B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00" y="7632700"/>
            <a:ext cx="812800" cy="812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E096E0-D273-408A-83E4-176B5A05B739}"/>
              </a:ext>
            </a:extLst>
          </p:cNvPr>
          <p:cNvSpPr txBox="1"/>
          <p:nvPr/>
        </p:nvSpPr>
        <p:spPr>
          <a:xfrm>
            <a:off x="2438400" y="7808268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매출</a:t>
            </a:r>
          </a:p>
        </p:txBody>
      </p:sp>
      <p:sp>
        <p:nvSpPr>
          <p:cNvPr id="20" name="!!cardRes">
            <a:extLst>
              <a:ext uri="{FF2B5EF4-FFF2-40B4-BE49-F238E27FC236}">
                <a16:creationId xmlns:a16="http://schemas.microsoft.com/office/drawing/2014/main" id="{CDE883AA-D8D6-423A-8362-AB1535B38495}"/>
              </a:ext>
            </a:extLst>
          </p:cNvPr>
          <p:cNvSpPr/>
          <p:nvPr/>
        </p:nvSpPr>
        <p:spPr>
          <a:xfrm>
            <a:off x="10312400" y="2667000"/>
            <a:ext cx="7061200" cy="632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22" name="!!icRes">
            <a:extLst>
              <a:ext uri="{FF2B5EF4-FFF2-40B4-BE49-F238E27FC236}">
                <a16:creationId xmlns:a16="http://schemas.microsoft.com/office/drawing/2014/main" id="{3E5692C5-F3DD-437E-9B1F-FD8F9B9F8F1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3175000"/>
            <a:ext cx="812800" cy="8128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4D831E-B468-4FFA-80BE-D42AF612588A}"/>
              </a:ext>
            </a:extLst>
          </p:cNvPr>
          <p:cNvSpPr txBox="1"/>
          <p:nvPr/>
        </p:nvSpPr>
        <p:spPr>
          <a:xfrm>
            <a:off x="11836400" y="3350568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잔여</a:t>
            </a:r>
          </a:p>
        </p:txBody>
      </p:sp>
      <p:sp>
        <p:nvSpPr>
          <p:cNvPr id="6" name="!!c1">
            <a:extLst>
              <a:ext uri="{FF2B5EF4-FFF2-40B4-BE49-F238E27FC236}">
                <a16:creationId xmlns:a16="http://schemas.microsoft.com/office/drawing/2014/main" id="{C00A8BB7-A9C5-4D63-A0D9-2E183F256BC3}"/>
              </a:ext>
            </a:extLst>
          </p:cNvPr>
          <p:cNvSpPr/>
          <p:nvPr/>
        </p:nvSpPr>
        <p:spPr>
          <a:xfrm>
            <a:off x="5112658" y="3220085"/>
            <a:ext cx="4147456" cy="1014507"/>
          </a:xfrm>
          <a:custGeom>
            <a:avLst/>
            <a:gdLst/>
            <a:ahLst/>
            <a:cxnLst/>
            <a:rect l="0" t="0" r="0" b="0"/>
            <a:pathLst>
              <a:path w="3530601" h="798831">
                <a:moveTo>
                  <a:pt x="0" y="6579"/>
                </a:moveTo>
                <a:lnTo>
                  <a:pt x="121745" y="690753"/>
                </a:lnTo>
                <a:lnTo>
                  <a:pt x="243490" y="790372"/>
                </a:lnTo>
                <a:lnTo>
                  <a:pt x="365234" y="162585"/>
                </a:lnTo>
                <a:lnTo>
                  <a:pt x="486979" y="582676"/>
                </a:lnTo>
                <a:lnTo>
                  <a:pt x="608724" y="594893"/>
                </a:lnTo>
                <a:lnTo>
                  <a:pt x="730469" y="0"/>
                </a:lnTo>
                <a:lnTo>
                  <a:pt x="852214" y="11278"/>
                </a:lnTo>
                <a:lnTo>
                  <a:pt x="973958" y="702031"/>
                </a:lnTo>
                <a:lnTo>
                  <a:pt x="1095704" y="788492"/>
                </a:lnTo>
                <a:lnTo>
                  <a:pt x="1217448" y="150368"/>
                </a:lnTo>
                <a:lnTo>
                  <a:pt x="1339193" y="593014"/>
                </a:lnTo>
                <a:lnTo>
                  <a:pt x="1460938" y="584556"/>
                </a:lnTo>
                <a:lnTo>
                  <a:pt x="1582682" y="8458"/>
                </a:lnTo>
                <a:lnTo>
                  <a:pt x="1704428" y="940"/>
                </a:lnTo>
                <a:lnTo>
                  <a:pt x="1826172" y="699211"/>
                </a:lnTo>
                <a:lnTo>
                  <a:pt x="1947918" y="798830"/>
                </a:lnTo>
                <a:lnTo>
                  <a:pt x="2069662" y="159766"/>
                </a:lnTo>
                <a:lnTo>
                  <a:pt x="2191407" y="594893"/>
                </a:lnTo>
                <a:lnTo>
                  <a:pt x="2313152" y="581736"/>
                </a:lnTo>
                <a:lnTo>
                  <a:pt x="2434896" y="10338"/>
                </a:lnTo>
                <a:lnTo>
                  <a:pt x="2556642" y="2819"/>
                </a:lnTo>
                <a:lnTo>
                  <a:pt x="2678386" y="691693"/>
                </a:lnTo>
                <a:lnTo>
                  <a:pt x="2800131" y="792251"/>
                </a:lnTo>
                <a:lnTo>
                  <a:pt x="2921876" y="153187"/>
                </a:lnTo>
                <a:lnTo>
                  <a:pt x="3043620" y="584556"/>
                </a:lnTo>
                <a:lnTo>
                  <a:pt x="3165366" y="592074"/>
                </a:lnTo>
                <a:lnTo>
                  <a:pt x="3287110" y="3759"/>
                </a:lnTo>
                <a:lnTo>
                  <a:pt x="3408855" y="8458"/>
                </a:lnTo>
                <a:lnTo>
                  <a:pt x="3530600" y="694512"/>
                </a:lnTo>
              </a:path>
            </a:pathLst>
          </a:custGeom>
          <a:ln w="228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1" name="!!c2">
            <a:extLst>
              <a:ext uri="{FF2B5EF4-FFF2-40B4-BE49-F238E27FC236}">
                <a16:creationId xmlns:a16="http://schemas.microsoft.com/office/drawing/2014/main" id="{2EE6695C-3FB4-4150-BF17-5FFFDC48168B}"/>
              </a:ext>
            </a:extLst>
          </p:cNvPr>
          <p:cNvSpPr/>
          <p:nvPr/>
        </p:nvSpPr>
        <p:spPr>
          <a:xfrm>
            <a:off x="5112658" y="5434584"/>
            <a:ext cx="4147456" cy="1002572"/>
          </a:xfrm>
          <a:custGeom>
            <a:avLst/>
            <a:gdLst/>
            <a:ahLst/>
            <a:cxnLst/>
            <a:rect l="0" t="0" r="0" b="0"/>
            <a:pathLst>
              <a:path w="3530601" h="789433">
                <a:moveTo>
                  <a:pt x="0" y="789432"/>
                </a:moveTo>
                <a:lnTo>
                  <a:pt x="121745" y="333629"/>
                </a:lnTo>
                <a:lnTo>
                  <a:pt x="243490" y="789432"/>
                </a:lnTo>
                <a:lnTo>
                  <a:pt x="365234" y="789432"/>
                </a:lnTo>
                <a:lnTo>
                  <a:pt x="486979" y="789432"/>
                </a:lnTo>
                <a:lnTo>
                  <a:pt x="608724" y="789432"/>
                </a:lnTo>
                <a:lnTo>
                  <a:pt x="730469" y="789432"/>
                </a:lnTo>
                <a:lnTo>
                  <a:pt x="852214" y="789432"/>
                </a:lnTo>
                <a:lnTo>
                  <a:pt x="973958" y="789432"/>
                </a:lnTo>
                <a:lnTo>
                  <a:pt x="1095704" y="789432"/>
                </a:lnTo>
                <a:lnTo>
                  <a:pt x="1217448" y="789432"/>
                </a:lnTo>
                <a:lnTo>
                  <a:pt x="1339193" y="0"/>
                </a:lnTo>
                <a:lnTo>
                  <a:pt x="1460938" y="789432"/>
                </a:lnTo>
                <a:lnTo>
                  <a:pt x="1582682" y="789432"/>
                </a:lnTo>
                <a:lnTo>
                  <a:pt x="1704428" y="789432"/>
                </a:lnTo>
                <a:lnTo>
                  <a:pt x="1826172" y="789432"/>
                </a:lnTo>
                <a:lnTo>
                  <a:pt x="1947918" y="789432"/>
                </a:lnTo>
                <a:lnTo>
                  <a:pt x="2069662" y="789432"/>
                </a:lnTo>
                <a:lnTo>
                  <a:pt x="2191407" y="789432"/>
                </a:lnTo>
                <a:lnTo>
                  <a:pt x="2313152" y="789432"/>
                </a:lnTo>
                <a:lnTo>
                  <a:pt x="2434896" y="789432"/>
                </a:lnTo>
                <a:lnTo>
                  <a:pt x="2556642" y="789432"/>
                </a:lnTo>
                <a:lnTo>
                  <a:pt x="2678386" y="789432"/>
                </a:lnTo>
                <a:lnTo>
                  <a:pt x="2800131" y="789432"/>
                </a:lnTo>
                <a:lnTo>
                  <a:pt x="2921876" y="789432"/>
                </a:lnTo>
                <a:lnTo>
                  <a:pt x="3043620" y="789432"/>
                </a:lnTo>
                <a:lnTo>
                  <a:pt x="3165366" y="789432"/>
                </a:lnTo>
                <a:lnTo>
                  <a:pt x="3287110" y="789432"/>
                </a:lnTo>
                <a:lnTo>
                  <a:pt x="3408855" y="789432"/>
                </a:lnTo>
                <a:lnTo>
                  <a:pt x="3530600" y="789432"/>
                </a:lnTo>
              </a:path>
            </a:pathLst>
          </a:custGeom>
          <a:ln w="228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6" name="!!c3">
            <a:extLst>
              <a:ext uri="{FF2B5EF4-FFF2-40B4-BE49-F238E27FC236}">
                <a16:creationId xmlns:a16="http://schemas.microsoft.com/office/drawing/2014/main" id="{483E3989-5C12-4C19-8286-B788C5BA503F}"/>
              </a:ext>
            </a:extLst>
          </p:cNvPr>
          <p:cNvSpPr/>
          <p:nvPr/>
        </p:nvSpPr>
        <p:spPr>
          <a:xfrm>
            <a:off x="5112658" y="7784414"/>
            <a:ext cx="4147456" cy="812800"/>
          </a:xfrm>
          <a:custGeom>
            <a:avLst/>
            <a:gdLst/>
            <a:ahLst/>
            <a:cxnLst/>
            <a:rect l="0" t="0" r="0" b="0"/>
            <a:pathLst>
              <a:path w="3530601" h="640005">
                <a:moveTo>
                  <a:pt x="0" y="640004"/>
                </a:moveTo>
                <a:lnTo>
                  <a:pt x="121745" y="600532"/>
                </a:lnTo>
                <a:lnTo>
                  <a:pt x="243490" y="583616"/>
                </a:lnTo>
                <a:lnTo>
                  <a:pt x="365234" y="581737"/>
                </a:lnTo>
                <a:lnTo>
                  <a:pt x="486979" y="559181"/>
                </a:lnTo>
                <a:lnTo>
                  <a:pt x="608724" y="521589"/>
                </a:lnTo>
                <a:lnTo>
                  <a:pt x="730469" y="491516"/>
                </a:lnTo>
                <a:lnTo>
                  <a:pt x="852214" y="481178"/>
                </a:lnTo>
                <a:lnTo>
                  <a:pt x="973958" y="463321"/>
                </a:lnTo>
                <a:lnTo>
                  <a:pt x="1095704" y="451104"/>
                </a:lnTo>
                <a:lnTo>
                  <a:pt x="1217448" y="426669"/>
                </a:lnTo>
                <a:lnTo>
                  <a:pt x="1339193" y="390957"/>
                </a:lnTo>
                <a:lnTo>
                  <a:pt x="1460938" y="362763"/>
                </a:lnTo>
                <a:lnTo>
                  <a:pt x="1582682" y="351486"/>
                </a:lnTo>
                <a:lnTo>
                  <a:pt x="1704428" y="332690"/>
                </a:lnTo>
                <a:lnTo>
                  <a:pt x="1826172" y="320472"/>
                </a:lnTo>
                <a:lnTo>
                  <a:pt x="1947918" y="296977"/>
                </a:lnTo>
                <a:lnTo>
                  <a:pt x="2069662" y="260324"/>
                </a:lnTo>
                <a:lnTo>
                  <a:pt x="2191407" y="233070"/>
                </a:lnTo>
                <a:lnTo>
                  <a:pt x="2313152" y="222733"/>
                </a:lnTo>
                <a:lnTo>
                  <a:pt x="2434896" y="202997"/>
                </a:lnTo>
                <a:lnTo>
                  <a:pt x="2556642" y="189840"/>
                </a:lnTo>
                <a:lnTo>
                  <a:pt x="2678386" y="167284"/>
                </a:lnTo>
                <a:lnTo>
                  <a:pt x="2800131" y="129693"/>
                </a:lnTo>
                <a:lnTo>
                  <a:pt x="2921876" y="102439"/>
                </a:lnTo>
                <a:lnTo>
                  <a:pt x="3043620" y="93040"/>
                </a:lnTo>
                <a:lnTo>
                  <a:pt x="3165366" y="72365"/>
                </a:lnTo>
                <a:lnTo>
                  <a:pt x="3287110" y="59207"/>
                </a:lnTo>
                <a:lnTo>
                  <a:pt x="3408855" y="37592"/>
                </a:lnTo>
                <a:lnTo>
                  <a:pt x="3530600" y="0"/>
                </a:lnTo>
              </a:path>
            </a:pathLst>
          </a:custGeom>
          <a:ln w="228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1" name="!!c4">
            <a:extLst>
              <a:ext uri="{FF2B5EF4-FFF2-40B4-BE49-F238E27FC236}">
                <a16:creationId xmlns:a16="http://schemas.microsoft.com/office/drawing/2014/main" id="{87802DB8-F9CA-4C05-8D99-6EA6607E9F9B}"/>
              </a:ext>
            </a:extLst>
          </p:cNvPr>
          <p:cNvSpPr/>
          <p:nvPr/>
        </p:nvSpPr>
        <p:spPr>
          <a:xfrm>
            <a:off x="10718800" y="5090160"/>
            <a:ext cx="6248401" cy="2773681"/>
          </a:xfrm>
          <a:custGeom>
            <a:avLst/>
            <a:gdLst/>
            <a:ahLst/>
            <a:cxnLst/>
            <a:rect l="0" t="0" r="0" b="0"/>
            <a:pathLst>
              <a:path w="6248401" h="2773681">
                <a:moveTo>
                  <a:pt x="0" y="2773680"/>
                </a:moveTo>
                <a:lnTo>
                  <a:pt x="215462" y="1849120"/>
                </a:lnTo>
                <a:lnTo>
                  <a:pt x="430924" y="2443480"/>
                </a:lnTo>
                <a:lnTo>
                  <a:pt x="646386" y="2377440"/>
                </a:lnTo>
                <a:lnTo>
                  <a:pt x="861848" y="1981200"/>
                </a:lnTo>
                <a:lnTo>
                  <a:pt x="1077310" y="2773680"/>
                </a:lnTo>
                <a:lnTo>
                  <a:pt x="1292772" y="2773680"/>
                </a:lnTo>
                <a:lnTo>
                  <a:pt x="1508234" y="2773680"/>
                </a:lnTo>
                <a:lnTo>
                  <a:pt x="1723696" y="2641600"/>
                </a:lnTo>
                <a:lnTo>
                  <a:pt x="1939158" y="2575560"/>
                </a:lnTo>
                <a:lnTo>
                  <a:pt x="2154620" y="2773680"/>
                </a:lnTo>
                <a:lnTo>
                  <a:pt x="2370083" y="2245360"/>
                </a:lnTo>
                <a:lnTo>
                  <a:pt x="2585545" y="2773680"/>
                </a:lnTo>
                <a:lnTo>
                  <a:pt x="2801007" y="2641600"/>
                </a:lnTo>
                <a:lnTo>
                  <a:pt x="3016469" y="2641600"/>
                </a:lnTo>
                <a:lnTo>
                  <a:pt x="3231931" y="2641600"/>
                </a:lnTo>
                <a:lnTo>
                  <a:pt x="3447393" y="726440"/>
                </a:lnTo>
                <a:lnTo>
                  <a:pt x="3662855" y="2641600"/>
                </a:lnTo>
                <a:lnTo>
                  <a:pt x="3878317" y="2641600"/>
                </a:lnTo>
                <a:lnTo>
                  <a:pt x="4093780" y="2773680"/>
                </a:lnTo>
                <a:lnTo>
                  <a:pt x="4309241" y="2773680"/>
                </a:lnTo>
                <a:lnTo>
                  <a:pt x="4524704" y="2773680"/>
                </a:lnTo>
                <a:lnTo>
                  <a:pt x="4740165" y="2773680"/>
                </a:lnTo>
                <a:lnTo>
                  <a:pt x="4955628" y="2575560"/>
                </a:lnTo>
                <a:lnTo>
                  <a:pt x="5171089" y="2773680"/>
                </a:lnTo>
                <a:lnTo>
                  <a:pt x="5386552" y="2641600"/>
                </a:lnTo>
                <a:lnTo>
                  <a:pt x="5602013" y="0"/>
                </a:lnTo>
                <a:lnTo>
                  <a:pt x="5817476" y="2773680"/>
                </a:lnTo>
                <a:lnTo>
                  <a:pt x="6032937" y="2773680"/>
                </a:lnTo>
                <a:lnTo>
                  <a:pt x="6248400" y="2773680"/>
                </a:lnTo>
              </a:path>
            </a:pathLst>
          </a:custGeom>
          <a:ln w="27940">
            <a:solidFill>
              <a:srgbClr val="A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D49B1E-5B36-488F-BC82-137F3D5CEA64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828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CB7AD-33A4-4195-A077-9A76FBA9C752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5" name="!!cardRep">
            <a:extLst>
              <a:ext uri="{FF2B5EF4-FFF2-40B4-BE49-F238E27FC236}">
                <a16:creationId xmlns:a16="http://schemas.microsoft.com/office/drawing/2014/main" id="{EC8456AF-13C2-4EA3-BC8F-D9ECA8274C47}"/>
              </a:ext>
            </a:extLst>
          </p:cNvPr>
          <p:cNvSpPr/>
          <p:nvPr/>
        </p:nvSpPr>
        <p:spPr>
          <a:xfrm>
            <a:off x="914400" y="2667000"/>
            <a:ext cx="8890000" cy="632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7" name="!!icCard">
            <a:extLst>
              <a:ext uri="{FF2B5EF4-FFF2-40B4-BE49-F238E27FC236}">
                <a16:creationId xmlns:a16="http://schemas.microsoft.com/office/drawing/2014/main" id="{B60364B5-0A1A-4927-9715-1697BD91D9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3175000"/>
            <a:ext cx="812800" cy="812800"/>
          </a:xfrm>
          <a:prstGeom prst="rect">
            <a:avLst/>
          </a:prstGeom>
        </p:spPr>
      </p:pic>
      <p:pic>
        <p:nvPicPr>
          <p:cNvPr id="9" name="!!icRent">
            <a:extLst>
              <a:ext uri="{FF2B5EF4-FFF2-40B4-BE49-F238E27FC236}">
                <a16:creationId xmlns:a16="http://schemas.microsoft.com/office/drawing/2014/main" id="{728D5099-6CA6-4BFC-9B09-E91942AFD76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3175000"/>
            <a:ext cx="812800" cy="812800"/>
          </a:xfrm>
          <a:prstGeom prst="rect">
            <a:avLst/>
          </a:prstGeom>
        </p:spPr>
      </p:pic>
      <p:pic>
        <p:nvPicPr>
          <p:cNvPr id="11" name="!!icSales">
            <a:extLst>
              <a:ext uri="{FF2B5EF4-FFF2-40B4-BE49-F238E27FC236}">
                <a16:creationId xmlns:a16="http://schemas.microsoft.com/office/drawing/2014/main" id="{50D140BB-FDEB-4F35-B560-10C494A30CA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454400" y="3175000"/>
            <a:ext cx="812800" cy="812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A78EA0-5649-4A33-9534-2935C1F4C137}"/>
              </a:ext>
            </a:extLst>
          </p:cNvPr>
          <p:cNvSpPr txBox="1"/>
          <p:nvPr/>
        </p:nvSpPr>
        <p:spPr>
          <a:xfrm>
            <a:off x="4646612" y="3270251"/>
            <a:ext cx="132238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6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반복</a:t>
            </a:r>
          </a:p>
        </p:txBody>
      </p:sp>
      <p:sp>
        <p:nvSpPr>
          <p:cNvPr id="14" name="!!cardRes">
            <a:extLst>
              <a:ext uri="{FF2B5EF4-FFF2-40B4-BE49-F238E27FC236}">
                <a16:creationId xmlns:a16="http://schemas.microsoft.com/office/drawing/2014/main" id="{4EE345D8-45FA-4BAD-B361-448D437542A8}"/>
              </a:ext>
            </a:extLst>
          </p:cNvPr>
          <p:cNvSpPr/>
          <p:nvPr/>
        </p:nvSpPr>
        <p:spPr>
          <a:xfrm>
            <a:off x="10312400" y="2667000"/>
            <a:ext cx="7061200" cy="632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16" name="!!icRes">
            <a:extLst>
              <a:ext uri="{FF2B5EF4-FFF2-40B4-BE49-F238E27FC236}">
                <a16:creationId xmlns:a16="http://schemas.microsoft.com/office/drawing/2014/main" id="{E0748939-3463-4E8E-99C1-E770E7E2624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3175000"/>
            <a:ext cx="812800" cy="812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F73893-6345-47F2-A83B-FDD6694D43CF}"/>
              </a:ext>
            </a:extLst>
          </p:cNvPr>
          <p:cNvSpPr txBox="1"/>
          <p:nvPr/>
        </p:nvSpPr>
        <p:spPr>
          <a:xfrm>
            <a:off x="11836400" y="3350568"/>
            <a:ext cx="381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잔여</a:t>
            </a:r>
          </a:p>
        </p:txBody>
      </p:sp>
      <p:sp>
        <p:nvSpPr>
          <p:cNvPr id="6" name="!!c1">
            <a:extLst>
              <a:ext uri="{FF2B5EF4-FFF2-40B4-BE49-F238E27FC236}">
                <a16:creationId xmlns:a16="http://schemas.microsoft.com/office/drawing/2014/main" id="{2192F201-344F-4022-8E36-B95F119AA414}"/>
              </a:ext>
            </a:extLst>
          </p:cNvPr>
          <p:cNvSpPr/>
          <p:nvPr/>
        </p:nvSpPr>
        <p:spPr>
          <a:xfrm>
            <a:off x="1320800" y="5765800"/>
            <a:ext cx="8077201" cy="2499361"/>
          </a:xfrm>
          <a:custGeom>
            <a:avLst/>
            <a:gdLst/>
            <a:ahLst/>
            <a:cxnLst/>
            <a:rect l="0" t="0" r="0" b="0"/>
            <a:pathLst>
              <a:path w="8077201" h="2499361">
                <a:moveTo>
                  <a:pt x="0" y="0"/>
                </a:moveTo>
                <a:lnTo>
                  <a:pt x="278524" y="1828800"/>
                </a:lnTo>
                <a:lnTo>
                  <a:pt x="557048" y="975360"/>
                </a:lnTo>
                <a:lnTo>
                  <a:pt x="835572" y="185928"/>
                </a:lnTo>
                <a:lnTo>
                  <a:pt x="1114097" y="722376"/>
                </a:lnTo>
                <a:lnTo>
                  <a:pt x="1392621" y="722376"/>
                </a:lnTo>
                <a:lnTo>
                  <a:pt x="1671145" y="0"/>
                </a:lnTo>
                <a:lnTo>
                  <a:pt x="1949669" y="0"/>
                </a:lnTo>
                <a:lnTo>
                  <a:pt x="2228193" y="856488"/>
                </a:lnTo>
                <a:lnTo>
                  <a:pt x="2506717" y="975360"/>
                </a:lnTo>
                <a:lnTo>
                  <a:pt x="2785241" y="185928"/>
                </a:lnTo>
                <a:lnTo>
                  <a:pt x="3063766" y="2499360"/>
                </a:lnTo>
                <a:lnTo>
                  <a:pt x="3342290" y="722376"/>
                </a:lnTo>
                <a:lnTo>
                  <a:pt x="3620814" y="0"/>
                </a:lnTo>
                <a:lnTo>
                  <a:pt x="3899338" y="0"/>
                </a:lnTo>
                <a:lnTo>
                  <a:pt x="4177862" y="856488"/>
                </a:lnTo>
                <a:lnTo>
                  <a:pt x="4456386" y="975360"/>
                </a:lnTo>
                <a:lnTo>
                  <a:pt x="4734910" y="185928"/>
                </a:lnTo>
                <a:lnTo>
                  <a:pt x="5013434" y="722376"/>
                </a:lnTo>
                <a:lnTo>
                  <a:pt x="5291958" y="722376"/>
                </a:lnTo>
                <a:lnTo>
                  <a:pt x="5570482" y="0"/>
                </a:lnTo>
                <a:lnTo>
                  <a:pt x="5849007" y="0"/>
                </a:lnTo>
                <a:lnTo>
                  <a:pt x="6127531" y="856488"/>
                </a:lnTo>
                <a:lnTo>
                  <a:pt x="6406055" y="975360"/>
                </a:lnTo>
                <a:lnTo>
                  <a:pt x="6684580" y="185928"/>
                </a:lnTo>
                <a:lnTo>
                  <a:pt x="6963104" y="722376"/>
                </a:lnTo>
                <a:lnTo>
                  <a:pt x="7241628" y="722376"/>
                </a:lnTo>
                <a:lnTo>
                  <a:pt x="7520152" y="0"/>
                </a:lnTo>
                <a:lnTo>
                  <a:pt x="7798676" y="0"/>
                </a:lnTo>
                <a:lnTo>
                  <a:pt x="8077200" y="856488"/>
                </a:lnTo>
              </a:path>
            </a:pathLst>
          </a:custGeom>
          <a:ln w="3302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!!c4">
            <a:extLst>
              <a:ext uri="{FF2B5EF4-FFF2-40B4-BE49-F238E27FC236}">
                <a16:creationId xmlns:a16="http://schemas.microsoft.com/office/drawing/2014/main" id="{7FDDEA3E-2D05-41F0-8619-987832A7E925}"/>
              </a:ext>
            </a:extLst>
          </p:cNvPr>
          <p:cNvSpPr/>
          <p:nvPr/>
        </p:nvSpPr>
        <p:spPr>
          <a:xfrm>
            <a:off x="10718800" y="5090160"/>
            <a:ext cx="6248401" cy="2773681"/>
          </a:xfrm>
          <a:custGeom>
            <a:avLst/>
            <a:gdLst/>
            <a:ahLst/>
            <a:cxnLst/>
            <a:rect l="0" t="0" r="0" b="0"/>
            <a:pathLst>
              <a:path w="6248401" h="2773681">
                <a:moveTo>
                  <a:pt x="0" y="2773680"/>
                </a:moveTo>
                <a:lnTo>
                  <a:pt x="215462" y="1849120"/>
                </a:lnTo>
                <a:lnTo>
                  <a:pt x="430924" y="2443480"/>
                </a:lnTo>
                <a:lnTo>
                  <a:pt x="646386" y="2377440"/>
                </a:lnTo>
                <a:lnTo>
                  <a:pt x="861848" y="1981200"/>
                </a:lnTo>
                <a:lnTo>
                  <a:pt x="1077310" y="2773680"/>
                </a:lnTo>
                <a:lnTo>
                  <a:pt x="1292772" y="2773680"/>
                </a:lnTo>
                <a:lnTo>
                  <a:pt x="1508234" y="2773680"/>
                </a:lnTo>
                <a:lnTo>
                  <a:pt x="1723696" y="2641600"/>
                </a:lnTo>
                <a:lnTo>
                  <a:pt x="1939158" y="2575560"/>
                </a:lnTo>
                <a:lnTo>
                  <a:pt x="2154620" y="2773680"/>
                </a:lnTo>
                <a:lnTo>
                  <a:pt x="2370083" y="2245360"/>
                </a:lnTo>
                <a:lnTo>
                  <a:pt x="2585545" y="2773680"/>
                </a:lnTo>
                <a:lnTo>
                  <a:pt x="2801007" y="2641600"/>
                </a:lnTo>
                <a:lnTo>
                  <a:pt x="3016469" y="2641600"/>
                </a:lnTo>
                <a:lnTo>
                  <a:pt x="3231931" y="2641600"/>
                </a:lnTo>
                <a:lnTo>
                  <a:pt x="3447393" y="726440"/>
                </a:lnTo>
                <a:lnTo>
                  <a:pt x="3662855" y="2641600"/>
                </a:lnTo>
                <a:lnTo>
                  <a:pt x="3878317" y="2641600"/>
                </a:lnTo>
                <a:lnTo>
                  <a:pt x="4093780" y="2773680"/>
                </a:lnTo>
                <a:lnTo>
                  <a:pt x="4309241" y="2773680"/>
                </a:lnTo>
                <a:lnTo>
                  <a:pt x="4524704" y="2773680"/>
                </a:lnTo>
                <a:lnTo>
                  <a:pt x="4740165" y="2773680"/>
                </a:lnTo>
                <a:lnTo>
                  <a:pt x="4955628" y="2575560"/>
                </a:lnTo>
                <a:lnTo>
                  <a:pt x="5171089" y="2773680"/>
                </a:lnTo>
                <a:lnTo>
                  <a:pt x="5386552" y="2641600"/>
                </a:lnTo>
                <a:lnTo>
                  <a:pt x="5602013" y="0"/>
                </a:lnTo>
                <a:lnTo>
                  <a:pt x="5817476" y="2773680"/>
                </a:lnTo>
                <a:lnTo>
                  <a:pt x="6032937" y="2773680"/>
                </a:lnTo>
                <a:lnTo>
                  <a:pt x="6248400" y="2773680"/>
                </a:lnTo>
              </a:path>
            </a:pathLst>
          </a:custGeom>
          <a:ln w="27940">
            <a:solidFill>
              <a:srgbClr val="A070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!!c2">
            <a:extLst>
              <a:ext uri="{FF2B5EF4-FFF2-40B4-BE49-F238E27FC236}">
                <a16:creationId xmlns:a16="http://schemas.microsoft.com/office/drawing/2014/main" id="{DA2F04C8-DA3B-4CA2-9A98-740174EC2049}"/>
              </a:ext>
            </a:extLst>
          </p:cNvPr>
          <p:cNvSpPr/>
          <p:nvPr/>
        </p:nvSpPr>
        <p:spPr>
          <a:xfrm>
            <a:off x="1320800" y="5765800"/>
            <a:ext cx="8077201" cy="2499361"/>
          </a:xfrm>
          <a:custGeom>
            <a:avLst/>
            <a:gdLst/>
            <a:ahLst/>
            <a:cxnLst/>
            <a:rect l="0" t="0" r="0" b="0"/>
            <a:pathLst>
              <a:path w="8077201" h="2499361">
                <a:moveTo>
                  <a:pt x="0" y="0"/>
                </a:moveTo>
                <a:lnTo>
                  <a:pt x="278524" y="1828800"/>
                </a:lnTo>
                <a:lnTo>
                  <a:pt x="557048" y="975360"/>
                </a:lnTo>
                <a:lnTo>
                  <a:pt x="835572" y="185928"/>
                </a:lnTo>
                <a:lnTo>
                  <a:pt x="1114097" y="722376"/>
                </a:lnTo>
                <a:lnTo>
                  <a:pt x="1392621" y="722376"/>
                </a:lnTo>
                <a:lnTo>
                  <a:pt x="1671145" y="0"/>
                </a:lnTo>
                <a:lnTo>
                  <a:pt x="1949669" y="0"/>
                </a:lnTo>
                <a:lnTo>
                  <a:pt x="2228193" y="856488"/>
                </a:lnTo>
                <a:lnTo>
                  <a:pt x="2506717" y="975360"/>
                </a:lnTo>
                <a:lnTo>
                  <a:pt x="2785241" y="185928"/>
                </a:lnTo>
                <a:lnTo>
                  <a:pt x="3063766" y="2499360"/>
                </a:lnTo>
                <a:lnTo>
                  <a:pt x="3342290" y="722376"/>
                </a:lnTo>
                <a:lnTo>
                  <a:pt x="3620814" y="0"/>
                </a:lnTo>
                <a:lnTo>
                  <a:pt x="3899338" y="0"/>
                </a:lnTo>
                <a:lnTo>
                  <a:pt x="4177862" y="856488"/>
                </a:lnTo>
                <a:lnTo>
                  <a:pt x="4456386" y="975360"/>
                </a:lnTo>
                <a:lnTo>
                  <a:pt x="4734910" y="185928"/>
                </a:lnTo>
                <a:lnTo>
                  <a:pt x="5013434" y="722376"/>
                </a:lnTo>
                <a:lnTo>
                  <a:pt x="5291958" y="722376"/>
                </a:lnTo>
                <a:lnTo>
                  <a:pt x="5570482" y="0"/>
                </a:lnTo>
                <a:lnTo>
                  <a:pt x="5849007" y="0"/>
                </a:lnTo>
                <a:lnTo>
                  <a:pt x="6127531" y="856488"/>
                </a:lnTo>
                <a:lnTo>
                  <a:pt x="6406055" y="975360"/>
                </a:lnTo>
                <a:lnTo>
                  <a:pt x="6684580" y="185928"/>
                </a:lnTo>
                <a:lnTo>
                  <a:pt x="6963104" y="722376"/>
                </a:lnTo>
                <a:lnTo>
                  <a:pt x="7241628" y="722376"/>
                </a:lnTo>
                <a:lnTo>
                  <a:pt x="7520152" y="0"/>
                </a:lnTo>
                <a:lnTo>
                  <a:pt x="7798676" y="0"/>
                </a:lnTo>
                <a:lnTo>
                  <a:pt x="8077200" y="856488"/>
                </a:lnTo>
              </a:path>
            </a:pathLst>
          </a:custGeom>
          <a:ln w="3302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8" name="!!c3">
            <a:extLst>
              <a:ext uri="{FF2B5EF4-FFF2-40B4-BE49-F238E27FC236}">
                <a16:creationId xmlns:a16="http://schemas.microsoft.com/office/drawing/2014/main" id="{7387B1AF-FE04-4236-B621-151742C7D2CD}"/>
              </a:ext>
            </a:extLst>
          </p:cNvPr>
          <p:cNvSpPr/>
          <p:nvPr/>
        </p:nvSpPr>
        <p:spPr>
          <a:xfrm>
            <a:off x="1320800" y="5765800"/>
            <a:ext cx="8077201" cy="2499361"/>
          </a:xfrm>
          <a:custGeom>
            <a:avLst/>
            <a:gdLst/>
            <a:ahLst/>
            <a:cxnLst/>
            <a:rect l="0" t="0" r="0" b="0"/>
            <a:pathLst>
              <a:path w="8077201" h="2499361">
                <a:moveTo>
                  <a:pt x="0" y="0"/>
                </a:moveTo>
                <a:lnTo>
                  <a:pt x="278524" y="1828800"/>
                </a:lnTo>
                <a:lnTo>
                  <a:pt x="557048" y="975360"/>
                </a:lnTo>
                <a:lnTo>
                  <a:pt x="835572" y="185928"/>
                </a:lnTo>
                <a:lnTo>
                  <a:pt x="1114097" y="722376"/>
                </a:lnTo>
                <a:lnTo>
                  <a:pt x="1392621" y="722376"/>
                </a:lnTo>
                <a:lnTo>
                  <a:pt x="1671145" y="0"/>
                </a:lnTo>
                <a:lnTo>
                  <a:pt x="1949669" y="0"/>
                </a:lnTo>
                <a:lnTo>
                  <a:pt x="2228193" y="856488"/>
                </a:lnTo>
                <a:lnTo>
                  <a:pt x="2506717" y="975360"/>
                </a:lnTo>
                <a:lnTo>
                  <a:pt x="2785241" y="185928"/>
                </a:lnTo>
                <a:lnTo>
                  <a:pt x="3063766" y="2499360"/>
                </a:lnTo>
                <a:lnTo>
                  <a:pt x="3342290" y="722376"/>
                </a:lnTo>
                <a:lnTo>
                  <a:pt x="3620814" y="0"/>
                </a:lnTo>
                <a:lnTo>
                  <a:pt x="3899338" y="0"/>
                </a:lnTo>
                <a:lnTo>
                  <a:pt x="4177862" y="856488"/>
                </a:lnTo>
                <a:lnTo>
                  <a:pt x="4456386" y="975360"/>
                </a:lnTo>
                <a:lnTo>
                  <a:pt x="4734910" y="185928"/>
                </a:lnTo>
                <a:lnTo>
                  <a:pt x="5013434" y="722376"/>
                </a:lnTo>
                <a:lnTo>
                  <a:pt x="5291958" y="722376"/>
                </a:lnTo>
                <a:lnTo>
                  <a:pt x="5570482" y="0"/>
                </a:lnTo>
                <a:lnTo>
                  <a:pt x="5849007" y="0"/>
                </a:lnTo>
                <a:lnTo>
                  <a:pt x="6127531" y="856488"/>
                </a:lnTo>
                <a:lnTo>
                  <a:pt x="6406055" y="975360"/>
                </a:lnTo>
                <a:lnTo>
                  <a:pt x="6684580" y="185928"/>
                </a:lnTo>
                <a:lnTo>
                  <a:pt x="6963104" y="722376"/>
                </a:lnTo>
                <a:lnTo>
                  <a:pt x="7241628" y="722376"/>
                </a:lnTo>
                <a:lnTo>
                  <a:pt x="7520152" y="0"/>
                </a:lnTo>
                <a:lnTo>
                  <a:pt x="7798676" y="0"/>
                </a:lnTo>
                <a:lnTo>
                  <a:pt x="8077200" y="856488"/>
                </a:lnTo>
              </a:path>
            </a:pathLst>
          </a:custGeom>
          <a:ln w="3302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6A321DC-93DE-490C-8B95-F89835D28D2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769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8A2F3-D697-4FFC-AC18-6F971FEDE178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pic>
        <p:nvPicPr>
          <p:cNvPr id="7" name="!!icCard">
            <a:extLst>
              <a:ext uri="{FF2B5EF4-FFF2-40B4-BE49-F238E27FC236}">
                <a16:creationId xmlns:a16="http://schemas.microsoft.com/office/drawing/2014/main" id="{653E2F81-3E30-41FA-A86D-3D7341C8D5E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0" y="3124200"/>
            <a:ext cx="711200" cy="711200"/>
          </a:xfrm>
          <a:prstGeom prst="rect">
            <a:avLst/>
          </a:prstGeom>
        </p:spPr>
      </p:pic>
      <p:pic>
        <p:nvPicPr>
          <p:cNvPr id="9" name="!!icRent">
            <a:extLst>
              <a:ext uri="{FF2B5EF4-FFF2-40B4-BE49-F238E27FC236}">
                <a16:creationId xmlns:a16="http://schemas.microsoft.com/office/drawing/2014/main" id="{011917DC-4E29-468C-9163-62C44456C28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24200"/>
            <a:ext cx="711200" cy="711200"/>
          </a:xfrm>
          <a:prstGeom prst="rect">
            <a:avLst/>
          </a:prstGeom>
        </p:spPr>
      </p:pic>
      <p:pic>
        <p:nvPicPr>
          <p:cNvPr id="11" name="!!icSales">
            <a:extLst>
              <a:ext uri="{FF2B5EF4-FFF2-40B4-BE49-F238E27FC236}">
                <a16:creationId xmlns:a16="http://schemas.microsoft.com/office/drawing/2014/main" id="{84FD5C58-0AE2-4653-98B6-C1BC62A5D9E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251200" y="3124200"/>
            <a:ext cx="711200" cy="711200"/>
          </a:xfrm>
          <a:prstGeom prst="rect">
            <a:avLst/>
          </a:prstGeom>
        </p:spPr>
      </p:pic>
      <p:pic>
        <p:nvPicPr>
          <p:cNvPr id="13" name="!!icRes">
            <a:extLst>
              <a:ext uri="{FF2B5EF4-FFF2-40B4-BE49-F238E27FC236}">
                <a16:creationId xmlns:a16="http://schemas.microsoft.com/office/drawing/2014/main" id="{17D353AF-42C0-44DB-A950-669B57260DDB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216400" y="3124200"/>
            <a:ext cx="711200" cy="711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10CD47-C82F-4A92-B36F-ACC139FE53E0}"/>
              </a:ext>
            </a:extLst>
          </p:cNvPr>
          <p:cNvSpPr txBox="1"/>
          <p:nvPr/>
        </p:nvSpPr>
        <p:spPr>
          <a:xfrm>
            <a:off x="5334000" y="3248968"/>
            <a:ext cx="635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합치면 </a:t>
            </a:r>
            <a:r>
              <a:rPr lang="en-US" altLang="ko-KR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30</a:t>
            </a:r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 곡선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C04BA65-EC1C-43CC-8094-FD09A754AB9C}"/>
              </a:ext>
            </a:extLst>
          </p:cNvPr>
          <p:cNvCxnSpPr/>
          <p:nvPr/>
        </p:nvCxnSpPr>
        <p:spPr>
          <a:xfrm>
            <a:off x="10896600" y="4216400"/>
            <a:ext cx="0" cy="4013200"/>
          </a:xfrm>
          <a:prstGeom prst="line">
            <a:avLst/>
          </a:prstGeom>
          <a:ln w="12700">
            <a:solidFill>
              <a:srgbClr val="E6E9E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B98191-562F-425E-B152-B1D6D435AE4C}"/>
              </a:ext>
            </a:extLst>
          </p:cNvPr>
          <p:cNvSpPr txBox="1"/>
          <p:nvPr/>
        </p:nvSpPr>
        <p:spPr>
          <a:xfrm>
            <a:off x="1905000" y="8304312"/>
            <a:ext cx="89916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4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과거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D1C75E-EB08-42BA-91AC-9BD6499A5898}"/>
              </a:ext>
            </a:extLst>
          </p:cNvPr>
          <p:cNvSpPr txBox="1"/>
          <p:nvPr/>
        </p:nvSpPr>
        <p:spPr>
          <a:xfrm>
            <a:off x="10896600" y="8304312"/>
            <a:ext cx="59944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400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</a:t>
            </a:r>
            <a:r>
              <a:rPr lang="en-US" altLang="ko-KR" sz="400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30</a:t>
            </a:r>
            <a:r>
              <a:rPr lang="ko-KR" altLang="en-US" sz="400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4C5BC8A-63A3-400C-B79D-88B7EFAD7B80}"/>
              </a:ext>
            </a:extLst>
          </p:cNvPr>
          <p:cNvSpPr/>
          <p:nvPr/>
        </p:nvSpPr>
        <p:spPr>
          <a:xfrm>
            <a:off x="7060909" y="5572095"/>
            <a:ext cx="5066133" cy="727323"/>
          </a:xfrm>
          <a:prstGeom prst="roundRect">
            <a:avLst>
              <a:gd name="adj" fmla="val 35000"/>
            </a:avLst>
          </a:prstGeom>
          <a:solidFill>
            <a:srgbClr val="C24E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잔액 공백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450DEBB-B738-4290-A109-5B0BE332FFD3}"/>
              </a:ext>
            </a:extLst>
          </p:cNvPr>
          <p:cNvCxnSpPr/>
          <p:nvPr/>
        </p:nvCxnSpPr>
        <p:spPr>
          <a:xfrm>
            <a:off x="1905000" y="7061657"/>
            <a:ext cx="14986000" cy="0"/>
          </a:xfrm>
          <a:prstGeom prst="line">
            <a:avLst/>
          </a:prstGeom>
          <a:ln w="17780">
            <a:solidFill>
              <a:srgbClr val="C24E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!!leader1">
            <a:extLst>
              <a:ext uri="{FF2B5EF4-FFF2-40B4-BE49-F238E27FC236}">
                <a16:creationId xmlns:a16="http://schemas.microsoft.com/office/drawing/2014/main" id="{D49654A9-AF9B-499B-9983-A65AF68D720D}"/>
              </a:ext>
            </a:extLst>
          </p:cNvPr>
          <p:cNvCxnSpPr>
            <a:cxnSpLocks/>
          </p:cNvCxnSpPr>
          <p:nvPr/>
        </p:nvCxnSpPr>
        <p:spPr>
          <a:xfrm>
            <a:off x="7358743" y="6299418"/>
            <a:ext cx="0" cy="1625382"/>
          </a:xfrm>
          <a:prstGeom prst="line">
            <a:avLst/>
          </a:prstGeom>
          <a:ln w="17780">
            <a:solidFill>
              <a:srgbClr val="C24E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2D637E-DE51-4660-8CF3-4804E168C4BE}"/>
              </a:ext>
            </a:extLst>
          </p:cNvPr>
          <p:cNvSpPr txBox="1"/>
          <p:nvPr/>
        </p:nvSpPr>
        <p:spPr>
          <a:xfrm>
            <a:off x="863599" y="6817667"/>
            <a:ext cx="787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r>
              <a:rPr lang="ko-KR" altLang="en-US" sz="3000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</a:t>
            </a:r>
          </a:p>
        </p:txBody>
      </p:sp>
      <p:sp>
        <p:nvSpPr>
          <p:cNvPr id="27" name="!!c1">
            <a:extLst>
              <a:ext uri="{FF2B5EF4-FFF2-40B4-BE49-F238E27FC236}">
                <a16:creationId xmlns:a16="http://schemas.microsoft.com/office/drawing/2014/main" id="{BB54B9E2-0E20-4E1F-B4E8-31114A21CC75}"/>
              </a:ext>
            </a:extLst>
          </p:cNvPr>
          <p:cNvSpPr/>
          <p:nvPr/>
        </p:nvSpPr>
        <p:spPr>
          <a:xfrm>
            <a:off x="1650999" y="4632356"/>
            <a:ext cx="14986001" cy="3363178"/>
          </a:xfrm>
          <a:custGeom>
            <a:avLst/>
            <a:gdLst/>
            <a:ahLst/>
            <a:cxnLst/>
            <a:rect l="0" t="0" r="0" b="0"/>
            <a:pathLst>
              <a:path w="14986001" h="2446560">
                <a:moveTo>
                  <a:pt x="0" y="0"/>
                </a:moveTo>
                <a:lnTo>
                  <a:pt x="516759" y="1180739"/>
                </a:lnTo>
                <a:lnTo>
                  <a:pt x="1033517" y="1247766"/>
                </a:lnTo>
                <a:lnTo>
                  <a:pt x="1550276" y="1035336"/>
                </a:lnTo>
                <a:lnTo>
                  <a:pt x="2067034" y="978664"/>
                </a:lnTo>
                <a:lnTo>
                  <a:pt x="2583793" y="978748"/>
                </a:lnTo>
                <a:lnTo>
                  <a:pt x="3100552" y="727999"/>
                </a:lnTo>
                <a:lnTo>
                  <a:pt x="3617310" y="479949"/>
                </a:lnTo>
                <a:lnTo>
                  <a:pt x="4134069" y="516879"/>
                </a:lnTo>
                <a:lnTo>
                  <a:pt x="4650828" y="597594"/>
                </a:lnTo>
                <a:lnTo>
                  <a:pt x="5167586" y="407665"/>
                </a:lnTo>
                <a:lnTo>
                  <a:pt x="5684345" y="2446460"/>
                </a:lnTo>
                <a:lnTo>
                  <a:pt x="6201104" y="2446559"/>
                </a:lnTo>
                <a:lnTo>
                  <a:pt x="6717862" y="2195812"/>
                </a:lnTo>
                <a:lnTo>
                  <a:pt x="7234620" y="1948094"/>
                </a:lnTo>
                <a:lnTo>
                  <a:pt x="7751380" y="1992984"/>
                </a:lnTo>
                <a:lnTo>
                  <a:pt x="8268138" y="2222096"/>
                </a:lnTo>
                <a:lnTo>
                  <a:pt x="8784896" y="2045832"/>
                </a:lnTo>
                <a:lnTo>
                  <a:pt x="9301655" y="2038505"/>
                </a:lnTo>
                <a:lnTo>
                  <a:pt x="9818414" y="2038617"/>
                </a:lnTo>
                <a:lnTo>
                  <a:pt x="10335172" y="1787872"/>
                </a:lnTo>
                <a:lnTo>
                  <a:pt x="10851931" y="1539004"/>
                </a:lnTo>
                <a:lnTo>
                  <a:pt x="11368689" y="1585091"/>
                </a:lnTo>
                <a:lnTo>
                  <a:pt x="11885448" y="1680742"/>
                </a:lnTo>
                <a:lnTo>
                  <a:pt x="12402207" y="1501467"/>
                </a:lnTo>
                <a:lnTo>
                  <a:pt x="12918965" y="1510331"/>
                </a:lnTo>
                <a:lnTo>
                  <a:pt x="13435724" y="1700177"/>
                </a:lnTo>
                <a:lnTo>
                  <a:pt x="13952483" y="1449435"/>
                </a:lnTo>
                <a:lnTo>
                  <a:pt x="14469241" y="1204376"/>
                </a:lnTo>
                <a:lnTo>
                  <a:pt x="14986000" y="1251628"/>
                </a:lnTo>
              </a:path>
            </a:pathLst>
          </a:custGeom>
          <a:ln w="355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8" name="!!leader2">
            <a:extLst>
              <a:ext uri="{FF2B5EF4-FFF2-40B4-BE49-F238E27FC236}">
                <a16:creationId xmlns:a16="http://schemas.microsoft.com/office/drawing/2014/main" id="{D55A0E9A-5654-439A-ABBD-9B615350F855}"/>
              </a:ext>
            </a:extLst>
          </p:cNvPr>
          <p:cNvCxnSpPr>
            <a:cxnSpLocks/>
          </p:cNvCxnSpPr>
          <p:nvPr/>
        </p:nvCxnSpPr>
        <p:spPr>
          <a:xfrm>
            <a:off x="11887200" y="6223000"/>
            <a:ext cx="0" cy="838657"/>
          </a:xfrm>
          <a:prstGeom prst="line">
            <a:avLst/>
          </a:prstGeom>
          <a:ln w="17780">
            <a:solidFill>
              <a:srgbClr val="C24E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!!c2">
            <a:extLst>
              <a:ext uri="{FF2B5EF4-FFF2-40B4-BE49-F238E27FC236}">
                <a16:creationId xmlns:a16="http://schemas.microsoft.com/office/drawing/2014/main" id="{05A0DA2E-AC1E-491E-BF2D-0F10941A8FDC}"/>
              </a:ext>
            </a:extLst>
          </p:cNvPr>
          <p:cNvSpPr/>
          <p:nvPr/>
        </p:nvSpPr>
        <p:spPr>
          <a:xfrm>
            <a:off x="1650999" y="4632356"/>
            <a:ext cx="14986001" cy="3363178"/>
          </a:xfrm>
          <a:custGeom>
            <a:avLst/>
            <a:gdLst/>
            <a:ahLst/>
            <a:cxnLst/>
            <a:rect l="0" t="0" r="0" b="0"/>
            <a:pathLst>
              <a:path w="14986001" h="2446560">
                <a:moveTo>
                  <a:pt x="0" y="0"/>
                </a:moveTo>
                <a:lnTo>
                  <a:pt x="516759" y="1180739"/>
                </a:lnTo>
                <a:lnTo>
                  <a:pt x="1033517" y="1247766"/>
                </a:lnTo>
                <a:lnTo>
                  <a:pt x="1550276" y="1035336"/>
                </a:lnTo>
                <a:lnTo>
                  <a:pt x="2067034" y="978664"/>
                </a:lnTo>
                <a:lnTo>
                  <a:pt x="2583793" y="978748"/>
                </a:lnTo>
                <a:lnTo>
                  <a:pt x="3100552" y="727999"/>
                </a:lnTo>
                <a:lnTo>
                  <a:pt x="3617310" y="479949"/>
                </a:lnTo>
                <a:lnTo>
                  <a:pt x="4134069" y="516879"/>
                </a:lnTo>
                <a:lnTo>
                  <a:pt x="4650828" y="597594"/>
                </a:lnTo>
                <a:lnTo>
                  <a:pt x="5167586" y="407665"/>
                </a:lnTo>
                <a:lnTo>
                  <a:pt x="5684345" y="2446460"/>
                </a:lnTo>
                <a:lnTo>
                  <a:pt x="6201104" y="2446559"/>
                </a:lnTo>
                <a:lnTo>
                  <a:pt x="6717862" y="2195812"/>
                </a:lnTo>
                <a:lnTo>
                  <a:pt x="7234620" y="1948094"/>
                </a:lnTo>
                <a:lnTo>
                  <a:pt x="7751380" y="1992984"/>
                </a:lnTo>
                <a:lnTo>
                  <a:pt x="8268138" y="2222096"/>
                </a:lnTo>
                <a:lnTo>
                  <a:pt x="8784896" y="2045832"/>
                </a:lnTo>
                <a:lnTo>
                  <a:pt x="9301655" y="2038505"/>
                </a:lnTo>
                <a:lnTo>
                  <a:pt x="9818414" y="2038617"/>
                </a:lnTo>
                <a:lnTo>
                  <a:pt x="10335172" y="1787872"/>
                </a:lnTo>
                <a:lnTo>
                  <a:pt x="10851931" y="1539004"/>
                </a:lnTo>
                <a:lnTo>
                  <a:pt x="11368689" y="1585091"/>
                </a:lnTo>
                <a:lnTo>
                  <a:pt x="11885448" y="1680742"/>
                </a:lnTo>
                <a:lnTo>
                  <a:pt x="12402207" y="1501467"/>
                </a:lnTo>
                <a:lnTo>
                  <a:pt x="12918965" y="1510331"/>
                </a:lnTo>
                <a:lnTo>
                  <a:pt x="13435724" y="1700177"/>
                </a:lnTo>
                <a:lnTo>
                  <a:pt x="13952483" y="1449435"/>
                </a:lnTo>
                <a:lnTo>
                  <a:pt x="14469241" y="1204376"/>
                </a:lnTo>
                <a:lnTo>
                  <a:pt x="14986000" y="1251628"/>
                </a:lnTo>
              </a:path>
            </a:pathLst>
          </a:custGeom>
          <a:ln w="355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1" name="!!c3">
            <a:extLst>
              <a:ext uri="{FF2B5EF4-FFF2-40B4-BE49-F238E27FC236}">
                <a16:creationId xmlns:a16="http://schemas.microsoft.com/office/drawing/2014/main" id="{42CBB1F5-2BE3-40AF-B76C-9DC264C66188}"/>
              </a:ext>
            </a:extLst>
          </p:cNvPr>
          <p:cNvSpPr/>
          <p:nvPr/>
        </p:nvSpPr>
        <p:spPr>
          <a:xfrm>
            <a:off x="1650999" y="4632356"/>
            <a:ext cx="14986001" cy="3363178"/>
          </a:xfrm>
          <a:custGeom>
            <a:avLst/>
            <a:gdLst/>
            <a:ahLst/>
            <a:cxnLst/>
            <a:rect l="0" t="0" r="0" b="0"/>
            <a:pathLst>
              <a:path w="14986001" h="2446560">
                <a:moveTo>
                  <a:pt x="0" y="0"/>
                </a:moveTo>
                <a:lnTo>
                  <a:pt x="516759" y="1180739"/>
                </a:lnTo>
                <a:lnTo>
                  <a:pt x="1033517" y="1247766"/>
                </a:lnTo>
                <a:lnTo>
                  <a:pt x="1550276" y="1035336"/>
                </a:lnTo>
                <a:lnTo>
                  <a:pt x="2067034" y="978664"/>
                </a:lnTo>
                <a:lnTo>
                  <a:pt x="2583793" y="978748"/>
                </a:lnTo>
                <a:lnTo>
                  <a:pt x="3100552" y="727999"/>
                </a:lnTo>
                <a:lnTo>
                  <a:pt x="3617310" y="479949"/>
                </a:lnTo>
                <a:lnTo>
                  <a:pt x="4134069" y="516879"/>
                </a:lnTo>
                <a:lnTo>
                  <a:pt x="4650828" y="597594"/>
                </a:lnTo>
                <a:lnTo>
                  <a:pt x="5167586" y="407665"/>
                </a:lnTo>
                <a:lnTo>
                  <a:pt x="5684345" y="2446460"/>
                </a:lnTo>
                <a:lnTo>
                  <a:pt x="6201104" y="2446559"/>
                </a:lnTo>
                <a:lnTo>
                  <a:pt x="6717862" y="2195812"/>
                </a:lnTo>
                <a:lnTo>
                  <a:pt x="7234620" y="1948094"/>
                </a:lnTo>
                <a:lnTo>
                  <a:pt x="7751380" y="1992984"/>
                </a:lnTo>
                <a:lnTo>
                  <a:pt x="8268138" y="2222096"/>
                </a:lnTo>
                <a:lnTo>
                  <a:pt x="8784896" y="2045832"/>
                </a:lnTo>
                <a:lnTo>
                  <a:pt x="9301655" y="2038505"/>
                </a:lnTo>
                <a:lnTo>
                  <a:pt x="9818414" y="2038617"/>
                </a:lnTo>
                <a:lnTo>
                  <a:pt x="10335172" y="1787872"/>
                </a:lnTo>
                <a:lnTo>
                  <a:pt x="10851931" y="1539004"/>
                </a:lnTo>
                <a:lnTo>
                  <a:pt x="11368689" y="1585091"/>
                </a:lnTo>
                <a:lnTo>
                  <a:pt x="11885448" y="1680742"/>
                </a:lnTo>
                <a:lnTo>
                  <a:pt x="12402207" y="1501467"/>
                </a:lnTo>
                <a:lnTo>
                  <a:pt x="12918965" y="1510331"/>
                </a:lnTo>
                <a:lnTo>
                  <a:pt x="13435724" y="1700177"/>
                </a:lnTo>
                <a:lnTo>
                  <a:pt x="13952483" y="1449435"/>
                </a:lnTo>
                <a:lnTo>
                  <a:pt x="14469241" y="1204376"/>
                </a:lnTo>
                <a:lnTo>
                  <a:pt x="14986000" y="1251628"/>
                </a:lnTo>
              </a:path>
            </a:pathLst>
          </a:custGeom>
          <a:ln w="355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2" name="!!c4">
            <a:extLst>
              <a:ext uri="{FF2B5EF4-FFF2-40B4-BE49-F238E27FC236}">
                <a16:creationId xmlns:a16="http://schemas.microsoft.com/office/drawing/2014/main" id="{4C724048-D760-4224-9A6F-EC8E5ABD7615}"/>
              </a:ext>
            </a:extLst>
          </p:cNvPr>
          <p:cNvSpPr/>
          <p:nvPr/>
        </p:nvSpPr>
        <p:spPr>
          <a:xfrm>
            <a:off x="1650999" y="4632356"/>
            <a:ext cx="14986001" cy="3363178"/>
          </a:xfrm>
          <a:custGeom>
            <a:avLst/>
            <a:gdLst/>
            <a:ahLst/>
            <a:cxnLst/>
            <a:rect l="0" t="0" r="0" b="0"/>
            <a:pathLst>
              <a:path w="14986001" h="2446560">
                <a:moveTo>
                  <a:pt x="0" y="0"/>
                </a:moveTo>
                <a:lnTo>
                  <a:pt x="516759" y="1180739"/>
                </a:lnTo>
                <a:lnTo>
                  <a:pt x="1033517" y="1247766"/>
                </a:lnTo>
                <a:lnTo>
                  <a:pt x="1550276" y="1035336"/>
                </a:lnTo>
                <a:lnTo>
                  <a:pt x="2067034" y="978664"/>
                </a:lnTo>
                <a:lnTo>
                  <a:pt x="2583793" y="978748"/>
                </a:lnTo>
                <a:lnTo>
                  <a:pt x="3100552" y="727999"/>
                </a:lnTo>
                <a:lnTo>
                  <a:pt x="3617310" y="479949"/>
                </a:lnTo>
                <a:lnTo>
                  <a:pt x="4134069" y="516879"/>
                </a:lnTo>
                <a:lnTo>
                  <a:pt x="4650828" y="597594"/>
                </a:lnTo>
                <a:lnTo>
                  <a:pt x="5167586" y="407665"/>
                </a:lnTo>
                <a:lnTo>
                  <a:pt x="5684345" y="2446460"/>
                </a:lnTo>
                <a:lnTo>
                  <a:pt x="6201104" y="2446559"/>
                </a:lnTo>
                <a:lnTo>
                  <a:pt x="6717862" y="2195812"/>
                </a:lnTo>
                <a:lnTo>
                  <a:pt x="7234620" y="1948094"/>
                </a:lnTo>
                <a:lnTo>
                  <a:pt x="7751380" y="1992984"/>
                </a:lnTo>
                <a:lnTo>
                  <a:pt x="8268138" y="2222096"/>
                </a:lnTo>
                <a:lnTo>
                  <a:pt x="8784896" y="2045832"/>
                </a:lnTo>
                <a:lnTo>
                  <a:pt x="9301655" y="2038505"/>
                </a:lnTo>
                <a:lnTo>
                  <a:pt x="9818414" y="2038617"/>
                </a:lnTo>
                <a:lnTo>
                  <a:pt x="10335172" y="1787872"/>
                </a:lnTo>
                <a:lnTo>
                  <a:pt x="10851931" y="1539004"/>
                </a:lnTo>
                <a:lnTo>
                  <a:pt x="11368689" y="1585091"/>
                </a:lnTo>
                <a:lnTo>
                  <a:pt x="11885448" y="1680742"/>
                </a:lnTo>
                <a:lnTo>
                  <a:pt x="12402207" y="1501467"/>
                </a:lnTo>
                <a:lnTo>
                  <a:pt x="12918965" y="1510331"/>
                </a:lnTo>
                <a:lnTo>
                  <a:pt x="13435724" y="1700177"/>
                </a:lnTo>
                <a:lnTo>
                  <a:pt x="13952483" y="1449435"/>
                </a:lnTo>
                <a:lnTo>
                  <a:pt x="14469241" y="1204376"/>
                </a:lnTo>
                <a:lnTo>
                  <a:pt x="14986000" y="1251628"/>
                </a:lnTo>
              </a:path>
            </a:pathLst>
          </a:custGeom>
          <a:ln w="3556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C48DB86-8AEA-4363-BE27-D97F081D0E5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332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CEC241-6678-4937-8CD4-DA4606C2DD0A}"/>
              </a:ext>
            </a:extLst>
          </p:cNvPr>
          <p:cNvSpPr txBox="1"/>
          <p:nvPr/>
        </p:nvSpPr>
        <p:spPr>
          <a:xfrm>
            <a:off x="914400" y="739974"/>
            <a:ext cx="2471831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6" name="!!ledger">
            <a:extLst>
              <a:ext uri="{FF2B5EF4-FFF2-40B4-BE49-F238E27FC236}">
                <a16:creationId xmlns:a16="http://schemas.microsoft.com/office/drawing/2014/main" id="{F3DC5BED-FD4A-42D6-81C2-A7BE26F2BD0F}"/>
              </a:ext>
            </a:extLst>
          </p:cNvPr>
          <p:cNvSpPr/>
          <p:nvPr/>
        </p:nvSpPr>
        <p:spPr>
          <a:xfrm>
            <a:off x="1219200" y="2540000"/>
            <a:ext cx="8940800" cy="63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!!d0">
            <a:extLst>
              <a:ext uri="{FF2B5EF4-FFF2-40B4-BE49-F238E27FC236}">
                <a16:creationId xmlns:a16="http://schemas.microsoft.com/office/drawing/2014/main" id="{3EA6FACD-A015-473D-89D8-AE5AD5D44210}"/>
              </a:ext>
            </a:extLst>
          </p:cNvPr>
          <p:cNvSpPr txBox="1"/>
          <p:nvPr/>
        </p:nvSpPr>
        <p:spPr>
          <a:xfrm>
            <a:off x="1473200" y="2766367"/>
            <a:ext cx="97622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07-05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8" name="!!n0">
            <a:extLst>
              <a:ext uri="{FF2B5EF4-FFF2-40B4-BE49-F238E27FC236}">
                <a16:creationId xmlns:a16="http://schemas.microsoft.com/office/drawing/2014/main" id="{D8C8E519-CE6D-4FDA-AF2D-C04521850461}"/>
              </a:ext>
            </a:extLst>
          </p:cNvPr>
          <p:cNvSpPr txBox="1"/>
          <p:nvPr/>
        </p:nvSpPr>
        <p:spPr>
          <a:xfrm>
            <a:off x="3174999" y="2766367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10" name="!!d1">
            <a:extLst>
              <a:ext uri="{FF2B5EF4-FFF2-40B4-BE49-F238E27FC236}">
                <a16:creationId xmlns:a16="http://schemas.microsoft.com/office/drawing/2014/main" id="{78695702-9BE3-492A-B94A-C2A997AB28E2}"/>
              </a:ext>
            </a:extLst>
          </p:cNvPr>
          <p:cNvSpPr txBox="1"/>
          <p:nvPr/>
        </p:nvSpPr>
        <p:spPr>
          <a:xfrm>
            <a:off x="1473200" y="3452168"/>
            <a:ext cx="100828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08-05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395EBAE8-6366-449D-8709-A81239A681F7}"/>
              </a:ext>
            </a:extLst>
          </p:cNvPr>
          <p:cNvSpPr txBox="1"/>
          <p:nvPr/>
        </p:nvSpPr>
        <p:spPr>
          <a:xfrm>
            <a:off x="3174999" y="34521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13" name="!!d2">
            <a:extLst>
              <a:ext uri="{FF2B5EF4-FFF2-40B4-BE49-F238E27FC236}">
                <a16:creationId xmlns:a16="http://schemas.microsoft.com/office/drawing/2014/main" id="{7A6356FF-F4C5-429E-B764-1977CEEE373F}"/>
              </a:ext>
            </a:extLst>
          </p:cNvPr>
          <p:cNvSpPr txBox="1"/>
          <p:nvPr/>
        </p:nvSpPr>
        <p:spPr>
          <a:xfrm>
            <a:off x="1473200" y="4137968"/>
            <a:ext cx="99225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!!n2">
            <a:extLst>
              <a:ext uri="{FF2B5EF4-FFF2-40B4-BE49-F238E27FC236}">
                <a16:creationId xmlns:a16="http://schemas.microsoft.com/office/drawing/2014/main" id="{912F2ED8-B1A9-4740-9FBA-86E46D0F886A}"/>
              </a:ext>
            </a:extLst>
          </p:cNvPr>
          <p:cNvSpPr txBox="1"/>
          <p:nvPr/>
        </p:nvSpPr>
        <p:spPr>
          <a:xfrm>
            <a:off x="3175000" y="41379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16" name="!!d3">
            <a:extLst>
              <a:ext uri="{FF2B5EF4-FFF2-40B4-BE49-F238E27FC236}">
                <a16:creationId xmlns:a16="http://schemas.microsoft.com/office/drawing/2014/main" id="{2D24CE36-B5C0-4D39-ACF7-62C852505817}"/>
              </a:ext>
            </a:extLst>
          </p:cNvPr>
          <p:cNvSpPr txBox="1"/>
          <p:nvPr/>
        </p:nvSpPr>
        <p:spPr>
          <a:xfrm>
            <a:off x="1473200" y="4823768"/>
            <a:ext cx="101951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09-04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!!n3">
            <a:extLst>
              <a:ext uri="{FF2B5EF4-FFF2-40B4-BE49-F238E27FC236}">
                <a16:creationId xmlns:a16="http://schemas.microsoft.com/office/drawing/2014/main" id="{63683ED3-48F4-4901-BFAA-5D7AAE019B17}"/>
              </a:ext>
            </a:extLst>
          </p:cNvPr>
          <p:cNvSpPr txBox="1"/>
          <p:nvPr/>
        </p:nvSpPr>
        <p:spPr>
          <a:xfrm>
            <a:off x="3174999" y="4823768"/>
            <a:ext cx="183062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식자재 마트</a:t>
            </a:r>
          </a:p>
        </p:txBody>
      </p:sp>
      <p:sp>
        <p:nvSpPr>
          <p:cNvPr id="19" name="!!d4">
            <a:extLst>
              <a:ext uri="{FF2B5EF4-FFF2-40B4-BE49-F238E27FC236}">
                <a16:creationId xmlns:a16="http://schemas.microsoft.com/office/drawing/2014/main" id="{2C8AD014-04D5-4E37-B796-92A67452EA15}"/>
              </a:ext>
            </a:extLst>
          </p:cNvPr>
          <p:cNvSpPr txBox="1"/>
          <p:nvPr/>
        </p:nvSpPr>
        <p:spPr>
          <a:xfrm>
            <a:off x="1473200" y="5509568"/>
            <a:ext cx="100027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0" name="!!n4">
            <a:extLst>
              <a:ext uri="{FF2B5EF4-FFF2-40B4-BE49-F238E27FC236}">
                <a16:creationId xmlns:a16="http://schemas.microsoft.com/office/drawing/2014/main" id="{14789A83-377F-4E7F-A387-2F457813D00D}"/>
              </a:ext>
            </a:extLst>
          </p:cNvPr>
          <p:cNvSpPr txBox="1"/>
          <p:nvPr/>
        </p:nvSpPr>
        <p:spPr>
          <a:xfrm>
            <a:off x="3174999" y="55095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22" name="!!d5">
            <a:extLst>
              <a:ext uri="{FF2B5EF4-FFF2-40B4-BE49-F238E27FC236}">
                <a16:creationId xmlns:a16="http://schemas.microsoft.com/office/drawing/2014/main" id="{BE438D33-7D57-48C9-874C-671A88E437D6}"/>
              </a:ext>
            </a:extLst>
          </p:cNvPr>
          <p:cNvSpPr txBox="1"/>
          <p:nvPr/>
        </p:nvSpPr>
        <p:spPr>
          <a:xfrm>
            <a:off x="1473200" y="6195368"/>
            <a:ext cx="100027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3" name="!!n5">
            <a:extLst>
              <a:ext uri="{FF2B5EF4-FFF2-40B4-BE49-F238E27FC236}">
                <a16:creationId xmlns:a16="http://schemas.microsoft.com/office/drawing/2014/main" id="{F0063FD0-46D1-4A0F-B441-8941457030AD}"/>
              </a:ext>
            </a:extLst>
          </p:cNvPr>
          <p:cNvSpPr txBox="1"/>
          <p:nvPr/>
        </p:nvSpPr>
        <p:spPr>
          <a:xfrm>
            <a:off x="3175000" y="61953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25" name="!!d6">
            <a:extLst>
              <a:ext uri="{FF2B5EF4-FFF2-40B4-BE49-F238E27FC236}">
                <a16:creationId xmlns:a16="http://schemas.microsoft.com/office/drawing/2014/main" id="{193170FC-8356-467C-8DB2-4C6F1C331EE4}"/>
              </a:ext>
            </a:extLst>
          </p:cNvPr>
          <p:cNvSpPr txBox="1"/>
          <p:nvPr/>
        </p:nvSpPr>
        <p:spPr>
          <a:xfrm>
            <a:off x="1473200" y="6881168"/>
            <a:ext cx="101149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09-09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!!n6">
            <a:extLst>
              <a:ext uri="{FF2B5EF4-FFF2-40B4-BE49-F238E27FC236}">
                <a16:creationId xmlns:a16="http://schemas.microsoft.com/office/drawing/2014/main" id="{5790332C-7F99-40FB-A20C-B5977A93111F}"/>
              </a:ext>
            </a:extLst>
          </p:cNvPr>
          <p:cNvSpPr txBox="1"/>
          <p:nvPr/>
        </p:nvSpPr>
        <p:spPr>
          <a:xfrm>
            <a:off x="3175000" y="68811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28" name="!!d7">
            <a:extLst>
              <a:ext uri="{FF2B5EF4-FFF2-40B4-BE49-F238E27FC236}">
                <a16:creationId xmlns:a16="http://schemas.microsoft.com/office/drawing/2014/main" id="{EE04EC76-ED19-4415-8237-A8CC9B274792}"/>
              </a:ext>
            </a:extLst>
          </p:cNvPr>
          <p:cNvSpPr txBox="1"/>
          <p:nvPr/>
        </p:nvSpPr>
        <p:spPr>
          <a:xfrm>
            <a:off x="1473200" y="7566968"/>
            <a:ext cx="92333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9" name="!!n7">
            <a:extLst>
              <a:ext uri="{FF2B5EF4-FFF2-40B4-BE49-F238E27FC236}">
                <a16:creationId xmlns:a16="http://schemas.microsoft.com/office/drawing/2014/main" id="{D1939193-6D85-4FAE-8CDF-A24AA3820893}"/>
              </a:ext>
            </a:extLst>
          </p:cNvPr>
          <p:cNvSpPr txBox="1"/>
          <p:nvPr/>
        </p:nvSpPr>
        <p:spPr>
          <a:xfrm>
            <a:off x="3174999" y="7566968"/>
            <a:ext cx="1484381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화재 수리</a:t>
            </a:r>
          </a:p>
        </p:txBody>
      </p:sp>
      <p:sp>
        <p:nvSpPr>
          <p:cNvPr id="31" name="!!d8">
            <a:extLst>
              <a:ext uri="{FF2B5EF4-FFF2-40B4-BE49-F238E27FC236}">
                <a16:creationId xmlns:a16="http://schemas.microsoft.com/office/drawing/2014/main" id="{2E2D3EC7-997D-41AB-AAD6-9BC6BC897560}"/>
              </a:ext>
            </a:extLst>
          </p:cNvPr>
          <p:cNvSpPr txBox="1"/>
          <p:nvPr/>
        </p:nvSpPr>
        <p:spPr>
          <a:xfrm>
            <a:off x="1473200" y="8252768"/>
            <a:ext cx="94416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09-16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" name="!!n8">
            <a:extLst>
              <a:ext uri="{FF2B5EF4-FFF2-40B4-BE49-F238E27FC236}">
                <a16:creationId xmlns:a16="http://schemas.microsoft.com/office/drawing/2014/main" id="{3710648A-A319-4B58-A611-0EC895A8E061}"/>
              </a:ext>
            </a:extLst>
          </p:cNvPr>
          <p:cNvSpPr txBox="1"/>
          <p:nvPr/>
        </p:nvSpPr>
        <p:spPr>
          <a:xfrm>
            <a:off x="3174999" y="82527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소모품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6D30821-3CC6-4839-95A3-F7C41F3CDE9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!!a0">
            <a:extLst>
              <a:ext uri="{FF2B5EF4-FFF2-40B4-BE49-F238E27FC236}">
                <a16:creationId xmlns:a16="http://schemas.microsoft.com/office/drawing/2014/main" id="{E7E1026E-4D25-4E97-A46E-7667D543C392}"/>
              </a:ext>
            </a:extLst>
          </p:cNvPr>
          <p:cNvSpPr txBox="1"/>
          <p:nvPr/>
        </p:nvSpPr>
        <p:spPr>
          <a:xfrm>
            <a:off x="7920000" y="2766367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5" name="!!a1">
            <a:extLst>
              <a:ext uri="{FF2B5EF4-FFF2-40B4-BE49-F238E27FC236}">
                <a16:creationId xmlns:a16="http://schemas.microsoft.com/office/drawing/2014/main" id="{E671D7F9-B956-4FFB-AF75-D7B86CF41374}"/>
              </a:ext>
            </a:extLst>
          </p:cNvPr>
          <p:cNvSpPr txBox="1"/>
          <p:nvPr/>
        </p:nvSpPr>
        <p:spPr>
          <a:xfrm>
            <a:off x="7920000" y="3452168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7" name="!!a2">
            <a:extLst>
              <a:ext uri="{FF2B5EF4-FFF2-40B4-BE49-F238E27FC236}">
                <a16:creationId xmlns:a16="http://schemas.microsoft.com/office/drawing/2014/main" id="{1DA999D3-90D6-4FCA-AE8D-27208A38A5F7}"/>
              </a:ext>
            </a:extLst>
          </p:cNvPr>
          <p:cNvSpPr txBox="1"/>
          <p:nvPr/>
        </p:nvSpPr>
        <p:spPr>
          <a:xfrm>
            <a:off x="7920000" y="4137968"/>
            <a:ext cx="1554977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+412,000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8" name="!!a3">
            <a:extLst>
              <a:ext uri="{FF2B5EF4-FFF2-40B4-BE49-F238E27FC236}">
                <a16:creationId xmlns:a16="http://schemas.microsoft.com/office/drawing/2014/main" id="{AC1B50E6-139B-4090-A780-72D5F7BC3A1A}"/>
              </a:ext>
            </a:extLst>
          </p:cNvPr>
          <p:cNvSpPr txBox="1"/>
          <p:nvPr/>
        </p:nvSpPr>
        <p:spPr>
          <a:xfrm>
            <a:off x="7920000" y="4823768"/>
            <a:ext cx="1535677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-264,000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9" name="!!a4">
            <a:extLst>
              <a:ext uri="{FF2B5EF4-FFF2-40B4-BE49-F238E27FC236}">
                <a16:creationId xmlns:a16="http://schemas.microsoft.com/office/drawing/2014/main" id="{BC31EDC9-EA93-4E89-A70C-FDBFFD284B47}"/>
              </a:ext>
            </a:extLst>
          </p:cNvPr>
          <p:cNvSpPr txBox="1"/>
          <p:nvPr/>
        </p:nvSpPr>
        <p:spPr>
          <a:xfrm>
            <a:off x="7920000" y="5509568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0" name="!!a5">
            <a:extLst>
              <a:ext uri="{FF2B5EF4-FFF2-40B4-BE49-F238E27FC236}">
                <a16:creationId xmlns:a16="http://schemas.microsoft.com/office/drawing/2014/main" id="{11A6A542-ED7F-4823-A5B2-8711BC2D7FD1}"/>
              </a:ext>
            </a:extLst>
          </p:cNvPr>
          <p:cNvSpPr txBox="1"/>
          <p:nvPr/>
        </p:nvSpPr>
        <p:spPr>
          <a:xfrm>
            <a:off x="7920000" y="6195368"/>
            <a:ext cx="163352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+388,000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1" name="!!a6">
            <a:extLst>
              <a:ext uri="{FF2B5EF4-FFF2-40B4-BE49-F238E27FC236}">
                <a16:creationId xmlns:a16="http://schemas.microsoft.com/office/drawing/2014/main" id="{B31D5D1D-8E09-4874-BC29-76F3BD648213}"/>
              </a:ext>
            </a:extLst>
          </p:cNvPr>
          <p:cNvSpPr txBox="1"/>
          <p:nvPr/>
        </p:nvSpPr>
        <p:spPr>
          <a:xfrm>
            <a:off x="7920000" y="6881168"/>
            <a:ext cx="159017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+401,000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2" name="!!a7">
            <a:extLst>
              <a:ext uri="{FF2B5EF4-FFF2-40B4-BE49-F238E27FC236}">
                <a16:creationId xmlns:a16="http://schemas.microsoft.com/office/drawing/2014/main" id="{D060426A-2CCB-4F62-9A81-2C00C5E7A8CD}"/>
              </a:ext>
            </a:extLst>
          </p:cNvPr>
          <p:cNvSpPr txBox="1"/>
          <p:nvPr/>
        </p:nvSpPr>
        <p:spPr>
          <a:xfrm>
            <a:off x="7920000" y="7566968"/>
            <a:ext cx="186108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-3,000,000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3" name="!!a8">
            <a:extLst>
              <a:ext uri="{FF2B5EF4-FFF2-40B4-BE49-F238E27FC236}">
                <a16:creationId xmlns:a16="http://schemas.microsoft.com/office/drawing/2014/main" id="{5A32BCB8-1ECA-4736-AEF0-099EB4A2D71A}"/>
              </a:ext>
            </a:extLst>
          </p:cNvPr>
          <p:cNvSpPr txBox="1"/>
          <p:nvPr/>
        </p:nvSpPr>
        <p:spPr>
          <a:xfrm>
            <a:off x="7920000" y="8252768"/>
            <a:ext cx="131446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-87,000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56486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891B63-8A40-4350-9B47-3079CFFCE952}"/>
              </a:ext>
            </a:extLst>
          </p:cNvPr>
          <p:cNvSpPr txBox="1"/>
          <p:nvPr/>
        </p:nvSpPr>
        <p:spPr>
          <a:xfrm>
            <a:off x="914400" y="739974"/>
            <a:ext cx="2471831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6" name="!!ledger">
            <a:extLst>
              <a:ext uri="{FF2B5EF4-FFF2-40B4-BE49-F238E27FC236}">
                <a16:creationId xmlns:a16="http://schemas.microsoft.com/office/drawing/2014/main" id="{46CA4B7C-8E6E-419C-AC95-B7B3BF11A122}"/>
              </a:ext>
            </a:extLst>
          </p:cNvPr>
          <p:cNvSpPr/>
          <p:nvPr/>
        </p:nvSpPr>
        <p:spPr>
          <a:xfrm>
            <a:off x="1219200" y="2540000"/>
            <a:ext cx="8940800" cy="63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!!d0">
            <a:extLst>
              <a:ext uri="{FF2B5EF4-FFF2-40B4-BE49-F238E27FC236}">
                <a16:creationId xmlns:a16="http://schemas.microsoft.com/office/drawing/2014/main" id="{0B1204A7-3EF7-4BA3-8E1D-56BE8413B786}"/>
              </a:ext>
            </a:extLst>
          </p:cNvPr>
          <p:cNvSpPr txBox="1"/>
          <p:nvPr/>
        </p:nvSpPr>
        <p:spPr>
          <a:xfrm>
            <a:off x="1473200" y="2766367"/>
            <a:ext cx="97622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07-05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8" name="!!n0">
            <a:extLst>
              <a:ext uri="{FF2B5EF4-FFF2-40B4-BE49-F238E27FC236}">
                <a16:creationId xmlns:a16="http://schemas.microsoft.com/office/drawing/2014/main" id="{760C90E1-656D-490F-87EF-6BD31CA16AE1}"/>
              </a:ext>
            </a:extLst>
          </p:cNvPr>
          <p:cNvSpPr txBox="1"/>
          <p:nvPr/>
        </p:nvSpPr>
        <p:spPr>
          <a:xfrm>
            <a:off x="3174999" y="2766367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9" name="!!a0">
            <a:extLst>
              <a:ext uri="{FF2B5EF4-FFF2-40B4-BE49-F238E27FC236}">
                <a16:creationId xmlns:a16="http://schemas.microsoft.com/office/drawing/2014/main" id="{7229C4BF-5B00-465C-8F62-57B8762B6F64}"/>
              </a:ext>
            </a:extLst>
          </p:cNvPr>
          <p:cNvSpPr txBox="1"/>
          <p:nvPr/>
        </p:nvSpPr>
        <p:spPr>
          <a:xfrm>
            <a:off x="7920000" y="2766367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!!d1">
            <a:extLst>
              <a:ext uri="{FF2B5EF4-FFF2-40B4-BE49-F238E27FC236}">
                <a16:creationId xmlns:a16="http://schemas.microsoft.com/office/drawing/2014/main" id="{9BBA4B3F-F7D2-4AA8-8550-BAAFE2631BCC}"/>
              </a:ext>
            </a:extLst>
          </p:cNvPr>
          <p:cNvSpPr txBox="1"/>
          <p:nvPr/>
        </p:nvSpPr>
        <p:spPr>
          <a:xfrm>
            <a:off x="1473200" y="3452168"/>
            <a:ext cx="100828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08-05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C8819297-8CC6-464C-8B8D-29554816D56E}"/>
              </a:ext>
            </a:extLst>
          </p:cNvPr>
          <p:cNvSpPr txBox="1"/>
          <p:nvPr/>
        </p:nvSpPr>
        <p:spPr>
          <a:xfrm>
            <a:off x="3174999" y="34521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12" name="!!a1">
            <a:extLst>
              <a:ext uri="{FF2B5EF4-FFF2-40B4-BE49-F238E27FC236}">
                <a16:creationId xmlns:a16="http://schemas.microsoft.com/office/drawing/2014/main" id="{F1C32FD6-9389-4729-B5E8-9F6CCA82CF70}"/>
              </a:ext>
            </a:extLst>
          </p:cNvPr>
          <p:cNvSpPr txBox="1"/>
          <p:nvPr/>
        </p:nvSpPr>
        <p:spPr>
          <a:xfrm>
            <a:off x="7920000" y="3452168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!!d2">
            <a:extLst>
              <a:ext uri="{FF2B5EF4-FFF2-40B4-BE49-F238E27FC236}">
                <a16:creationId xmlns:a16="http://schemas.microsoft.com/office/drawing/2014/main" id="{DB139222-EE3E-44BF-9723-9AFC324CA065}"/>
              </a:ext>
            </a:extLst>
          </p:cNvPr>
          <p:cNvSpPr txBox="1"/>
          <p:nvPr/>
        </p:nvSpPr>
        <p:spPr>
          <a:xfrm>
            <a:off x="1473200" y="4137968"/>
            <a:ext cx="99225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!!n2">
            <a:extLst>
              <a:ext uri="{FF2B5EF4-FFF2-40B4-BE49-F238E27FC236}">
                <a16:creationId xmlns:a16="http://schemas.microsoft.com/office/drawing/2014/main" id="{A0CB0519-5173-4BDF-838C-D130E9BE5655}"/>
              </a:ext>
            </a:extLst>
          </p:cNvPr>
          <p:cNvSpPr txBox="1"/>
          <p:nvPr/>
        </p:nvSpPr>
        <p:spPr>
          <a:xfrm>
            <a:off x="3175000" y="41379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15" name="!!a2">
            <a:extLst>
              <a:ext uri="{FF2B5EF4-FFF2-40B4-BE49-F238E27FC236}">
                <a16:creationId xmlns:a16="http://schemas.microsoft.com/office/drawing/2014/main" id="{D2495304-ACD5-4F0F-A8F6-9CC0F7CD99BA}"/>
              </a:ext>
            </a:extLst>
          </p:cNvPr>
          <p:cNvSpPr txBox="1"/>
          <p:nvPr/>
        </p:nvSpPr>
        <p:spPr>
          <a:xfrm>
            <a:off x="7920000" y="4137968"/>
            <a:ext cx="1554977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+412,000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6" name="!!d3">
            <a:extLst>
              <a:ext uri="{FF2B5EF4-FFF2-40B4-BE49-F238E27FC236}">
                <a16:creationId xmlns:a16="http://schemas.microsoft.com/office/drawing/2014/main" id="{187FB60F-E21C-49FF-A605-2446BF41D077}"/>
              </a:ext>
            </a:extLst>
          </p:cNvPr>
          <p:cNvSpPr txBox="1"/>
          <p:nvPr/>
        </p:nvSpPr>
        <p:spPr>
          <a:xfrm>
            <a:off x="1473200" y="4823768"/>
            <a:ext cx="101951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09-04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!!n3">
            <a:extLst>
              <a:ext uri="{FF2B5EF4-FFF2-40B4-BE49-F238E27FC236}">
                <a16:creationId xmlns:a16="http://schemas.microsoft.com/office/drawing/2014/main" id="{1EF70C28-A5B1-4FEE-9F6C-41DF4AA4D3F5}"/>
              </a:ext>
            </a:extLst>
          </p:cNvPr>
          <p:cNvSpPr txBox="1"/>
          <p:nvPr/>
        </p:nvSpPr>
        <p:spPr>
          <a:xfrm>
            <a:off x="3174999" y="4823768"/>
            <a:ext cx="183062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식자재 마트</a:t>
            </a:r>
          </a:p>
        </p:txBody>
      </p:sp>
      <p:sp>
        <p:nvSpPr>
          <p:cNvPr id="18" name="!!a3">
            <a:extLst>
              <a:ext uri="{FF2B5EF4-FFF2-40B4-BE49-F238E27FC236}">
                <a16:creationId xmlns:a16="http://schemas.microsoft.com/office/drawing/2014/main" id="{2D5C9BF1-C974-4CC9-9599-49FAF52F00D4}"/>
              </a:ext>
            </a:extLst>
          </p:cNvPr>
          <p:cNvSpPr txBox="1"/>
          <p:nvPr/>
        </p:nvSpPr>
        <p:spPr>
          <a:xfrm>
            <a:off x="7920000" y="4823768"/>
            <a:ext cx="1535677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-264,000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9" name="!!d4">
            <a:extLst>
              <a:ext uri="{FF2B5EF4-FFF2-40B4-BE49-F238E27FC236}">
                <a16:creationId xmlns:a16="http://schemas.microsoft.com/office/drawing/2014/main" id="{CF99F47D-4104-4799-A586-11D28C615F03}"/>
              </a:ext>
            </a:extLst>
          </p:cNvPr>
          <p:cNvSpPr txBox="1"/>
          <p:nvPr/>
        </p:nvSpPr>
        <p:spPr>
          <a:xfrm>
            <a:off x="1473200" y="5509568"/>
            <a:ext cx="100027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0" name="!!n4">
            <a:extLst>
              <a:ext uri="{FF2B5EF4-FFF2-40B4-BE49-F238E27FC236}">
                <a16:creationId xmlns:a16="http://schemas.microsoft.com/office/drawing/2014/main" id="{CC03D10D-8C2C-44A1-9D4B-325D9F19DFEE}"/>
              </a:ext>
            </a:extLst>
          </p:cNvPr>
          <p:cNvSpPr txBox="1"/>
          <p:nvPr/>
        </p:nvSpPr>
        <p:spPr>
          <a:xfrm>
            <a:off x="3174999" y="55095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임차료</a:t>
            </a:r>
          </a:p>
        </p:txBody>
      </p:sp>
      <p:sp>
        <p:nvSpPr>
          <p:cNvPr id="21" name="!!a4">
            <a:extLst>
              <a:ext uri="{FF2B5EF4-FFF2-40B4-BE49-F238E27FC236}">
                <a16:creationId xmlns:a16="http://schemas.microsoft.com/office/drawing/2014/main" id="{1FA92ECC-E360-4BAB-88E5-D5BD053D0AA8}"/>
              </a:ext>
            </a:extLst>
          </p:cNvPr>
          <p:cNvSpPr txBox="1"/>
          <p:nvPr/>
        </p:nvSpPr>
        <p:spPr>
          <a:xfrm>
            <a:off x="7920000" y="5509568"/>
            <a:ext cx="178574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-1,200,000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2" name="!!d5">
            <a:extLst>
              <a:ext uri="{FF2B5EF4-FFF2-40B4-BE49-F238E27FC236}">
                <a16:creationId xmlns:a16="http://schemas.microsoft.com/office/drawing/2014/main" id="{5ED29205-57A8-452B-9500-F3D553CC86B3}"/>
              </a:ext>
            </a:extLst>
          </p:cNvPr>
          <p:cNvSpPr txBox="1"/>
          <p:nvPr/>
        </p:nvSpPr>
        <p:spPr>
          <a:xfrm>
            <a:off x="1473200" y="6195368"/>
            <a:ext cx="100027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09-05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3" name="!!n5">
            <a:extLst>
              <a:ext uri="{FF2B5EF4-FFF2-40B4-BE49-F238E27FC236}">
                <a16:creationId xmlns:a16="http://schemas.microsoft.com/office/drawing/2014/main" id="{074CB41F-5D7A-486C-97DB-A6D37AB54C97}"/>
              </a:ext>
            </a:extLst>
          </p:cNvPr>
          <p:cNvSpPr txBox="1"/>
          <p:nvPr/>
        </p:nvSpPr>
        <p:spPr>
          <a:xfrm>
            <a:off x="3175000" y="61953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24" name="!!a5">
            <a:extLst>
              <a:ext uri="{FF2B5EF4-FFF2-40B4-BE49-F238E27FC236}">
                <a16:creationId xmlns:a16="http://schemas.microsoft.com/office/drawing/2014/main" id="{221ED7EC-1F90-48D5-BF39-00AE57A46931}"/>
              </a:ext>
            </a:extLst>
          </p:cNvPr>
          <p:cNvSpPr txBox="1"/>
          <p:nvPr/>
        </p:nvSpPr>
        <p:spPr>
          <a:xfrm>
            <a:off x="7920000" y="6195368"/>
            <a:ext cx="1633524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+388,000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5" name="!!d6">
            <a:extLst>
              <a:ext uri="{FF2B5EF4-FFF2-40B4-BE49-F238E27FC236}">
                <a16:creationId xmlns:a16="http://schemas.microsoft.com/office/drawing/2014/main" id="{5F51C95D-C75F-48F8-B38B-BFD4A16D9E89}"/>
              </a:ext>
            </a:extLst>
          </p:cNvPr>
          <p:cNvSpPr txBox="1"/>
          <p:nvPr/>
        </p:nvSpPr>
        <p:spPr>
          <a:xfrm>
            <a:off x="1473200" y="6881168"/>
            <a:ext cx="101149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09-09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!!n6">
            <a:extLst>
              <a:ext uri="{FF2B5EF4-FFF2-40B4-BE49-F238E27FC236}">
                <a16:creationId xmlns:a16="http://schemas.microsoft.com/office/drawing/2014/main" id="{356E3863-04EA-4F26-8A4B-512CA8C23F55}"/>
              </a:ext>
            </a:extLst>
          </p:cNvPr>
          <p:cNvSpPr txBox="1"/>
          <p:nvPr/>
        </p:nvSpPr>
        <p:spPr>
          <a:xfrm>
            <a:off x="3175000" y="6881168"/>
            <a:ext cx="2176878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신한카드 정산</a:t>
            </a:r>
          </a:p>
        </p:txBody>
      </p:sp>
      <p:sp>
        <p:nvSpPr>
          <p:cNvPr id="27" name="!!a6">
            <a:extLst>
              <a:ext uri="{FF2B5EF4-FFF2-40B4-BE49-F238E27FC236}">
                <a16:creationId xmlns:a16="http://schemas.microsoft.com/office/drawing/2014/main" id="{9D25627E-EEBB-42FD-B27F-7A6E1DBEE9F4}"/>
              </a:ext>
            </a:extLst>
          </p:cNvPr>
          <p:cNvSpPr txBox="1"/>
          <p:nvPr/>
        </p:nvSpPr>
        <p:spPr>
          <a:xfrm>
            <a:off x="7920000" y="6881168"/>
            <a:ext cx="159017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+401,000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8" name="!!d7">
            <a:extLst>
              <a:ext uri="{FF2B5EF4-FFF2-40B4-BE49-F238E27FC236}">
                <a16:creationId xmlns:a16="http://schemas.microsoft.com/office/drawing/2014/main" id="{9F3D9F6A-B181-4AE4-A923-4A0ECE6B514D}"/>
              </a:ext>
            </a:extLst>
          </p:cNvPr>
          <p:cNvSpPr txBox="1"/>
          <p:nvPr/>
        </p:nvSpPr>
        <p:spPr>
          <a:xfrm>
            <a:off x="1473200" y="7566968"/>
            <a:ext cx="92333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9" name="!!n7">
            <a:extLst>
              <a:ext uri="{FF2B5EF4-FFF2-40B4-BE49-F238E27FC236}">
                <a16:creationId xmlns:a16="http://schemas.microsoft.com/office/drawing/2014/main" id="{D64B8161-A5D0-4341-84F1-9042FD5CCD95}"/>
              </a:ext>
            </a:extLst>
          </p:cNvPr>
          <p:cNvSpPr txBox="1"/>
          <p:nvPr/>
        </p:nvSpPr>
        <p:spPr>
          <a:xfrm>
            <a:off x="3174999" y="7566968"/>
            <a:ext cx="1484381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화재 수리</a:t>
            </a:r>
          </a:p>
        </p:txBody>
      </p:sp>
      <p:sp>
        <p:nvSpPr>
          <p:cNvPr id="30" name="!!a7">
            <a:extLst>
              <a:ext uri="{FF2B5EF4-FFF2-40B4-BE49-F238E27FC236}">
                <a16:creationId xmlns:a16="http://schemas.microsoft.com/office/drawing/2014/main" id="{621C74F5-4A3D-4FEE-966D-23E21F04F4EE}"/>
              </a:ext>
            </a:extLst>
          </p:cNvPr>
          <p:cNvSpPr txBox="1"/>
          <p:nvPr/>
        </p:nvSpPr>
        <p:spPr>
          <a:xfrm>
            <a:off x="7920000" y="7566968"/>
            <a:ext cx="186108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-3,000,000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1" name="!!d8">
            <a:extLst>
              <a:ext uri="{FF2B5EF4-FFF2-40B4-BE49-F238E27FC236}">
                <a16:creationId xmlns:a16="http://schemas.microsoft.com/office/drawing/2014/main" id="{EA5E9D22-C835-471B-BAD5-DB7D4BDC0C7A}"/>
              </a:ext>
            </a:extLst>
          </p:cNvPr>
          <p:cNvSpPr txBox="1"/>
          <p:nvPr/>
        </p:nvSpPr>
        <p:spPr>
          <a:xfrm>
            <a:off x="1473200" y="8252768"/>
            <a:ext cx="94416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09-16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" name="!!n8">
            <a:extLst>
              <a:ext uri="{FF2B5EF4-FFF2-40B4-BE49-F238E27FC236}">
                <a16:creationId xmlns:a16="http://schemas.microsoft.com/office/drawing/2014/main" id="{29ADD474-E1C1-42DC-A143-D23975FBD701}"/>
              </a:ext>
            </a:extLst>
          </p:cNvPr>
          <p:cNvSpPr txBox="1"/>
          <p:nvPr/>
        </p:nvSpPr>
        <p:spPr>
          <a:xfrm>
            <a:off x="3174999" y="82527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소모품</a:t>
            </a:r>
          </a:p>
        </p:txBody>
      </p:sp>
      <p:sp>
        <p:nvSpPr>
          <p:cNvPr id="33" name="!!a8">
            <a:extLst>
              <a:ext uri="{FF2B5EF4-FFF2-40B4-BE49-F238E27FC236}">
                <a16:creationId xmlns:a16="http://schemas.microsoft.com/office/drawing/2014/main" id="{9F34B690-0CBE-4F31-B52C-16A4A953BF49}"/>
              </a:ext>
            </a:extLst>
          </p:cNvPr>
          <p:cNvSpPr txBox="1"/>
          <p:nvPr/>
        </p:nvSpPr>
        <p:spPr>
          <a:xfrm>
            <a:off x="7920000" y="8252768"/>
            <a:ext cx="131446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-87,000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!!ruleCard">
            <a:extLst>
              <a:ext uri="{FF2B5EF4-FFF2-40B4-BE49-F238E27FC236}">
                <a16:creationId xmlns:a16="http://schemas.microsoft.com/office/drawing/2014/main" id="{35FDB263-2467-48CE-B6D6-28AACA542FC0}"/>
              </a:ext>
            </a:extLst>
          </p:cNvPr>
          <p:cNvSpPr/>
          <p:nvPr/>
        </p:nvSpPr>
        <p:spPr>
          <a:xfrm>
            <a:off x="10769599" y="2499454"/>
            <a:ext cx="6604001" cy="635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699A78-EA9C-41F9-8146-82A1D0CF137D}"/>
              </a:ext>
            </a:extLst>
          </p:cNvPr>
          <p:cNvSpPr txBox="1"/>
          <p:nvPr/>
        </p:nvSpPr>
        <p:spPr>
          <a:xfrm>
            <a:off x="11277599" y="3280961"/>
            <a:ext cx="2574423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같은 거래처일 것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7577C2-1EAB-418C-9D02-9AA1495F37F0}"/>
              </a:ext>
            </a:extLst>
          </p:cNvPr>
          <p:cNvSpPr txBox="1"/>
          <p:nvPr/>
        </p:nvSpPr>
        <p:spPr>
          <a:xfrm>
            <a:off x="11277599" y="3910173"/>
            <a:ext cx="5796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적요로 묶는다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237AC2-7E6A-40FA-8676-1D7A6DA273BA}"/>
              </a:ext>
            </a:extLst>
          </p:cNvPr>
          <p:cNvSpPr txBox="1"/>
          <p:nvPr/>
        </p:nvSpPr>
        <p:spPr>
          <a:xfrm>
            <a:off x="11277600" y="5182191"/>
            <a:ext cx="276998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 번 이상 나올 것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A5779-0964-4CB7-81D3-1C45F1770DC8}"/>
              </a:ext>
            </a:extLst>
          </p:cNvPr>
          <p:cNvSpPr txBox="1"/>
          <p:nvPr/>
        </p:nvSpPr>
        <p:spPr>
          <a:xfrm>
            <a:off x="11277600" y="5747235"/>
            <a:ext cx="5796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한두 번은 우연이다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617E-B2FC-461B-B8BE-797963784F1D}"/>
              </a:ext>
            </a:extLst>
          </p:cNvPr>
          <p:cNvSpPr txBox="1"/>
          <p:nvPr/>
        </p:nvSpPr>
        <p:spPr>
          <a:xfrm>
            <a:off x="11277601" y="7359893"/>
            <a:ext cx="2574423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주기가 일정할 것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87C78C-C31B-4B0C-A580-4D8A329E6E1B}"/>
              </a:ext>
            </a:extLst>
          </p:cNvPr>
          <p:cNvSpPr txBox="1"/>
          <p:nvPr/>
        </p:nvSpPr>
        <p:spPr>
          <a:xfrm>
            <a:off x="11277600" y="7924937"/>
            <a:ext cx="5796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매일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·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매주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·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매달 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 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날짜는 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±3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일까지</a:t>
            </a:r>
          </a:p>
        </p:txBody>
      </p:sp>
      <p:cxnSp>
        <p:nvCxnSpPr>
          <p:cNvPr id="43" name="!!strike0">
            <a:extLst>
              <a:ext uri="{FF2B5EF4-FFF2-40B4-BE49-F238E27FC236}">
                <a16:creationId xmlns:a16="http://schemas.microsoft.com/office/drawing/2014/main" id="{9EEEA9E0-BCE2-4939-9187-18709C40C8D1}"/>
              </a:ext>
            </a:extLst>
          </p:cNvPr>
          <p:cNvCxnSpPr/>
          <p:nvPr/>
        </p:nvCxnSpPr>
        <p:spPr>
          <a:xfrm>
            <a:off x="1574800" y="29972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!!strike1">
            <a:extLst>
              <a:ext uri="{FF2B5EF4-FFF2-40B4-BE49-F238E27FC236}">
                <a16:creationId xmlns:a16="http://schemas.microsoft.com/office/drawing/2014/main" id="{D7B627DF-ED5D-4E8D-9FEE-3ED94DE363A0}"/>
              </a:ext>
            </a:extLst>
          </p:cNvPr>
          <p:cNvCxnSpPr/>
          <p:nvPr/>
        </p:nvCxnSpPr>
        <p:spPr>
          <a:xfrm>
            <a:off x="1574800" y="36830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!!strike2">
            <a:extLst>
              <a:ext uri="{FF2B5EF4-FFF2-40B4-BE49-F238E27FC236}">
                <a16:creationId xmlns:a16="http://schemas.microsoft.com/office/drawing/2014/main" id="{464D589E-3CCB-4925-B50B-432F2733CFD4}"/>
              </a:ext>
            </a:extLst>
          </p:cNvPr>
          <p:cNvCxnSpPr/>
          <p:nvPr/>
        </p:nvCxnSpPr>
        <p:spPr>
          <a:xfrm>
            <a:off x="1574800" y="43688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!!strike4">
            <a:extLst>
              <a:ext uri="{FF2B5EF4-FFF2-40B4-BE49-F238E27FC236}">
                <a16:creationId xmlns:a16="http://schemas.microsoft.com/office/drawing/2014/main" id="{D693E79F-72D9-43B8-8705-B4E69D132A72}"/>
              </a:ext>
            </a:extLst>
          </p:cNvPr>
          <p:cNvCxnSpPr/>
          <p:nvPr/>
        </p:nvCxnSpPr>
        <p:spPr>
          <a:xfrm>
            <a:off x="1574800" y="57404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!!strike5">
            <a:extLst>
              <a:ext uri="{FF2B5EF4-FFF2-40B4-BE49-F238E27FC236}">
                <a16:creationId xmlns:a16="http://schemas.microsoft.com/office/drawing/2014/main" id="{7F47EDF1-1FDF-44A2-9A03-9C3BC8403760}"/>
              </a:ext>
            </a:extLst>
          </p:cNvPr>
          <p:cNvCxnSpPr/>
          <p:nvPr/>
        </p:nvCxnSpPr>
        <p:spPr>
          <a:xfrm>
            <a:off x="1574800" y="64262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!!strike6">
            <a:extLst>
              <a:ext uri="{FF2B5EF4-FFF2-40B4-BE49-F238E27FC236}">
                <a16:creationId xmlns:a16="http://schemas.microsoft.com/office/drawing/2014/main" id="{F0B49C1A-6A9B-47B8-8A58-B27154656C3D}"/>
              </a:ext>
            </a:extLst>
          </p:cNvPr>
          <p:cNvCxnSpPr/>
          <p:nvPr/>
        </p:nvCxnSpPr>
        <p:spPr>
          <a:xfrm>
            <a:off x="1574800" y="7112000"/>
            <a:ext cx="8432800" cy="0"/>
          </a:xfrm>
          <a:prstGeom prst="line">
            <a:avLst/>
          </a:prstGeom>
          <a:ln w="254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E5F0D085-2F29-44C6-887D-3AEEF61342A2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6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EFE5BC-4EE5-4D19-BF4B-2DBB8E106DDD}"/>
              </a:ext>
            </a:extLst>
          </p:cNvPr>
          <p:cNvSpPr txBox="1"/>
          <p:nvPr/>
        </p:nvSpPr>
        <p:spPr>
          <a:xfrm>
            <a:off x="914400" y="739974"/>
            <a:ext cx="2471831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6" name="!!ledger">
            <a:extLst>
              <a:ext uri="{FF2B5EF4-FFF2-40B4-BE49-F238E27FC236}">
                <a16:creationId xmlns:a16="http://schemas.microsoft.com/office/drawing/2014/main" id="{68A8A0B6-949F-49AE-A498-E253A8645AED}"/>
              </a:ext>
            </a:extLst>
          </p:cNvPr>
          <p:cNvSpPr/>
          <p:nvPr/>
        </p:nvSpPr>
        <p:spPr>
          <a:xfrm>
            <a:off x="1219200" y="2540000"/>
            <a:ext cx="71120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" name="!!d3">
            <a:extLst>
              <a:ext uri="{FF2B5EF4-FFF2-40B4-BE49-F238E27FC236}">
                <a16:creationId xmlns:a16="http://schemas.microsoft.com/office/drawing/2014/main" id="{E7E063F4-BD42-4A5F-A723-6EC7D84D297D}"/>
              </a:ext>
            </a:extLst>
          </p:cNvPr>
          <p:cNvSpPr txBox="1"/>
          <p:nvPr/>
        </p:nvSpPr>
        <p:spPr>
          <a:xfrm>
            <a:off x="1473200" y="3223568"/>
            <a:ext cx="101951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09-04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8" name="!!n3">
            <a:extLst>
              <a:ext uri="{FF2B5EF4-FFF2-40B4-BE49-F238E27FC236}">
                <a16:creationId xmlns:a16="http://schemas.microsoft.com/office/drawing/2014/main" id="{CCAB3319-C0D7-485A-B6D3-C243402DC5BB}"/>
              </a:ext>
            </a:extLst>
          </p:cNvPr>
          <p:cNvSpPr txBox="1"/>
          <p:nvPr/>
        </p:nvSpPr>
        <p:spPr>
          <a:xfrm>
            <a:off x="3174999" y="3223568"/>
            <a:ext cx="183062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식자재 마트</a:t>
            </a:r>
          </a:p>
        </p:txBody>
      </p:sp>
      <p:sp>
        <p:nvSpPr>
          <p:cNvPr id="9" name="!!a3">
            <a:extLst>
              <a:ext uri="{FF2B5EF4-FFF2-40B4-BE49-F238E27FC236}">
                <a16:creationId xmlns:a16="http://schemas.microsoft.com/office/drawing/2014/main" id="{492CA976-6B48-4DF4-B172-4B3A11B79100}"/>
              </a:ext>
            </a:extLst>
          </p:cNvPr>
          <p:cNvSpPr txBox="1"/>
          <p:nvPr/>
        </p:nvSpPr>
        <p:spPr>
          <a:xfrm>
            <a:off x="6051382" y="3223568"/>
            <a:ext cx="1535677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-264,000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!!d7">
            <a:extLst>
              <a:ext uri="{FF2B5EF4-FFF2-40B4-BE49-F238E27FC236}">
                <a16:creationId xmlns:a16="http://schemas.microsoft.com/office/drawing/2014/main" id="{CA86B819-57B9-45E4-971D-8484FF28EC48}"/>
              </a:ext>
            </a:extLst>
          </p:cNvPr>
          <p:cNvSpPr txBox="1"/>
          <p:nvPr/>
        </p:nvSpPr>
        <p:spPr>
          <a:xfrm>
            <a:off x="1473200" y="4112568"/>
            <a:ext cx="92333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09-12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1" name="!!n7">
            <a:extLst>
              <a:ext uri="{FF2B5EF4-FFF2-40B4-BE49-F238E27FC236}">
                <a16:creationId xmlns:a16="http://schemas.microsoft.com/office/drawing/2014/main" id="{C7478497-9AA2-4C04-8043-5C72F0822B40}"/>
              </a:ext>
            </a:extLst>
          </p:cNvPr>
          <p:cNvSpPr txBox="1"/>
          <p:nvPr/>
        </p:nvSpPr>
        <p:spPr>
          <a:xfrm>
            <a:off x="3174999" y="4112568"/>
            <a:ext cx="1484381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화재 수리</a:t>
            </a:r>
          </a:p>
        </p:txBody>
      </p:sp>
      <p:sp>
        <p:nvSpPr>
          <p:cNvPr id="12" name="!!a7">
            <a:extLst>
              <a:ext uri="{FF2B5EF4-FFF2-40B4-BE49-F238E27FC236}">
                <a16:creationId xmlns:a16="http://schemas.microsoft.com/office/drawing/2014/main" id="{0E577BBC-E0BD-442B-A433-49175CAD0010}"/>
              </a:ext>
            </a:extLst>
          </p:cNvPr>
          <p:cNvSpPr txBox="1"/>
          <p:nvPr/>
        </p:nvSpPr>
        <p:spPr>
          <a:xfrm>
            <a:off x="6187639" y="4112568"/>
            <a:ext cx="186108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-3,000,000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!!d8">
            <a:extLst>
              <a:ext uri="{FF2B5EF4-FFF2-40B4-BE49-F238E27FC236}">
                <a16:creationId xmlns:a16="http://schemas.microsoft.com/office/drawing/2014/main" id="{DF49A515-C808-4F24-BF48-F677DA370E1C}"/>
              </a:ext>
            </a:extLst>
          </p:cNvPr>
          <p:cNvSpPr txBox="1"/>
          <p:nvPr/>
        </p:nvSpPr>
        <p:spPr>
          <a:xfrm>
            <a:off x="1473200" y="5001568"/>
            <a:ext cx="944169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09-16</a:t>
            </a:r>
            <a:endParaRPr lang="ko-KR" altLang="en-US" sz="3000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!!n8">
            <a:extLst>
              <a:ext uri="{FF2B5EF4-FFF2-40B4-BE49-F238E27FC236}">
                <a16:creationId xmlns:a16="http://schemas.microsoft.com/office/drawing/2014/main" id="{69FFA7AB-6216-4A1C-BD4A-C7BC96B7C00B}"/>
              </a:ext>
            </a:extLst>
          </p:cNvPr>
          <p:cNvSpPr txBox="1"/>
          <p:nvPr/>
        </p:nvSpPr>
        <p:spPr>
          <a:xfrm>
            <a:off x="3174999" y="50015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소모품</a:t>
            </a:r>
          </a:p>
        </p:txBody>
      </p:sp>
      <p:sp>
        <p:nvSpPr>
          <p:cNvPr id="15" name="!!a8">
            <a:extLst>
              <a:ext uri="{FF2B5EF4-FFF2-40B4-BE49-F238E27FC236}">
                <a16:creationId xmlns:a16="http://schemas.microsoft.com/office/drawing/2014/main" id="{97E4C3C4-DC20-4593-8D81-A667CCDAA361}"/>
              </a:ext>
            </a:extLst>
          </p:cNvPr>
          <p:cNvSpPr txBox="1"/>
          <p:nvPr/>
        </p:nvSpPr>
        <p:spPr>
          <a:xfrm>
            <a:off x="6041765" y="5001568"/>
            <a:ext cx="131446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A070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-87,000</a:t>
            </a:r>
            <a:endParaRPr lang="ko-KR" altLang="en-US" sz="3000" dirty="0">
              <a:solidFill>
                <a:srgbClr val="A070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1874DC1-0518-444A-AE12-9BBDAFF77EE9}"/>
              </a:ext>
            </a:extLst>
          </p:cNvPr>
          <p:cNvCxnSpPr/>
          <p:nvPr/>
        </p:nvCxnSpPr>
        <p:spPr>
          <a:xfrm>
            <a:off x="8636000" y="4445000"/>
            <a:ext cx="635000" cy="0"/>
          </a:xfrm>
          <a:prstGeom prst="line">
            <a:avLst/>
          </a:prstGeom>
          <a:ln w="25400">
            <a:solidFill>
              <a:srgbClr val="9AA1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BCDAE92-5523-4A56-A338-1653E7AE6BCF}"/>
              </a:ext>
            </a:extLst>
          </p:cNvPr>
          <p:cNvSpPr/>
          <p:nvPr/>
        </p:nvSpPr>
        <p:spPr>
          <a:xfrm>
            <a:off x="9501369" y="3683000"/>
            <a:ext cx="3810000" cy="1524000"/>
          </a:xfrm>
          <a:prstGeom prst="roundRect">
            <a:avLst>
              <a:gd name="adj" fmla="val 10000"/>
            </a:avLst>
          </a:prstGeom>
          <a:solidFill>
            <a:srgbClr val="1B22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residual-</a:t>
            </a:r>
            <a:r>
              <a:rPr lang="en-US" altLang="ko-KR" sz="3000" b="1" dirty="0" err="1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gru</a:t>
            </a:r>
            <a:endParaRPr lang="ko-KR" altLang="en-US" sz="3000" b="1" dirty="0">
              <a:solidFill>
                <a:srgbClr val="FFFFFF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1A73241-F736-4EED-8833-2D8353F4EC8A}"/>
              </a:ext>
            </a:extLst>
          </p:cNvPr>
          <p:cNvCxnSpPr/>
          <p:nvPr/>
        </p:nvCxnSpPr>
        <p:spPr>
          <a:xfrm>
            <a:off x="13690600" y="4445000"/>
            <a:ext cx="635000" cy="0"/>
          </a:xfrm>
          <a:prstGeom prst="line">
            <a:avLst/>
          </a:prstGeom>
          <a:ln w="25400">
            <a:solidFill>
              <a:srgbClr val="9AA1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2EE8E0F-8E5E-4D06-986E-9F790D15DD37}"/>
              </a:ext>
            </a:extLst>
          </p:cNvPr>
          <p:cNvSpPr/>
          <p:nvPr/>
        </p:nvSpPr>
        <p:spPr>
          <a:xfrm>
            <a:off x="13512800" y="3276600"/>
            <a:ext cx="3860800" cy="660400"/>
          </a:xfrm>
          <a:prstGeom prst="roundRect">
            <a:avLst>
              <a:gd name="adj" fmla="val 30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EE9E74-0DE9-4AD9-BDEC-C1D2AD02A424}"/>
              </a:ext>
            </a:extLst>
          </p:cNvPr>
          <p:cNvSpPr txBox="1"/>
          <p:nvPr/>
        </p:nvSpPr>
        <p:spPr>
          <a:xfrm>
            <a:off x="13792199" y="3375968"/>
            <a:ext cx="621965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q20</a:t>
            </a:r>
            <a:endParaRPr lang="ko-KR" altLang="en-US" sz="3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70489D-FD08-4B0D-BCA8-765D492A17FD}"/>
              </a:ext>
            </a:extLst>
          </p:cNvPr>
          <p:cNvSpPr txBox="1"/>
          <p:nvPr/>
        </p:nvSpPr>
        <p:spPr>
          <a:xfrm>
            <a:off x="15084354" y="3375968"/>
            <a:ext cx="193001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적게 봤을 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9FEF4C2-0F7C-4D4E-9077-9BBDF6EDC957}"/>
              </a:ext>
            </a:extLst>
          </p:cNvPr>
          <p:cNvSpPr/>
          <p:nvPr/>
        </p:nvSpPr>
        <p:spPr>
          <a:xfrm>
            <a:off x="13512800" y="4064000"/>
            <a:ext cx="3860800" cy="660400"/>
          </a:xfrm>
          <a:prstGeom prst="roundRect">
            <a:avLst>
              <a:gd name="adj" fmla="val 30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64B33A-3408-41D2-B093-49736390778A}"/>
              </a:ext>
            </a:extLst>
          </p:cNvPr>
          <p:cNvSpPr txBox="1"/>
          <p:nvPr/>
        </p:nvSpPr>
        <p:spPr>
          <a:xfrm>
            <a:off x="13792199" y="4163368"/>
            <a:ext cx="629981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q50</a:t>
            </a:r>
            <a:endParaRPr lang="ko-KR" altLang="en-US" sz="3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3C36E5-F9E7-42D3-95E6-ED715E034269}"/>
              </a:ext>
            </a:extLst>
          </p:cNvPr>
          <p:cNvSpPr txBox="1"/>
          <p:nvPr/>
        </p:nvSpPr>
        <p:spPr>
          <a:xfrm>
            <a:off x="15975624" y="4163368"/>
            <a:ext cx="103874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가운데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E05AC51-7EA9-4E8F-8413-BD32A9966CB1}"/>
              </a:ext>
            </a:extLst>
          </p:cNvPr>
          <p:cNvSpPr/>
          <p:nvPr/>
        </p:nvSpPr>
        <p:spPr>
          <a:xfrm>
            <a:off x="13512800" y="4851400"/>
            <a:ext cx="3860800" cy="660400"/>
          </a:xfrm>
          <a:prstGeom prst="roundRect">
            <a:avLst>
              <a:gd name="adj" fmla="val 30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81D59C-245F-4952-AB56-7FACC46F1D1D}"/>
              </a:ext>
            </a:extLst>
          </p:cNvPr>
          <p:cNvSpPr txBox="1"/>
          <p:nvPr/>
        </p:nvSpPr>
        <p:spPr>
          <a:xfrm>
            <a:off x="13792199" y="4950768"/>
            <a:ext cx="647613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 sz="3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q80</a:t>
            </a:r>
            <a:endParaRPr lang="ko-KR" altLang="en-US" sz="3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8A9984-0DDD-4584-8AA9-B5D9F160A282}"/>
              </a:ext>
            </a:extLst>
          </p:cNvPr>
          <p:cNvSpPr txBox="1"/>
          <p:nvPr/>
        </p:nvSpPr>
        <p:spPr>
          <a:xfrm>
            <a:off x="15084354" y="4950768"/>
            <a:ext cx="1930016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많이 봤을 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75176F-74EF-4886-A804-74BA12EE206B}"/>
              </a:ext>
            </a:extLst>
          </p:cNvPr>
          <p:cNvSpPr txBox="1"/>
          <p:nvPr/>
        </p:nvSpPr>
        <p:spPr>
          <a:xfrm>
            <a:off x="4259650" y="7112000"/>
            <a:ext cx="9768700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값 하나를 맞히지 않는다 </a:t>
            </a:r>
            <a:r>
              <a:rPr lang="en-US" altLang="ko-KR" sz="4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— </a:t>
            </a:r>
            <a:r>
              <a:rPr lang="ko-KR" altLang="en-US" sz="4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하루치 범위를 낸다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25080A1-D5B9-4CE3-9E8B-7E776CC398CD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8E9AC-3FAA-407A-8B21-BC3D28706215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3588A90-D509-4412-A978-EA123D76C9CC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!!m28_lab_c">
            <a:extLst>
              <a:ext uri="{FF2B5EF4-FFF2-40B4-BE49-F238E27FC236}">
                <a16:creationId xmlns:a16="http://schemas.microsoft.com/office/drawing/2014/main" id="{C0867937-71F8-4DBB-9FDD-3E0BE8BD58BC}"/>
              </a:ext>
            </a:extLst>
          </p:cNvPr>
          <p:cNvSpPr txBox="1"/>
          <p:nvPr/>
        </p:nvSpPr>
        <p:spPr>
          <a:xfrm>
            <a:off x="1422400" y="1908890"/>
            <a:ext cx="6680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400">
                <a:solidFill>
                  <a:srgbClr val="F4B18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Chronos </a:t>
            </a:r>
            <a:r>
              <a:rPr lang="ko-KR" altLang="en-US" sz="3400">
                <a:solidFill>
                  <a:srgbClr val="F4B18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파인튜닝</a:t>
            </a:r>
          </a:p>
        </p:txBody>
      </p:sp>
      <p:sp>
        <p:nvSpPr>
          <p:cNvPr id="5" name="!!m28_lab_g">
            <a:extLst>
              <a:ext uri="{FF2B5EF4-FFF2-40B4-BE49-F238E27FC236}">
                <a16:creationId xmlns:a16="http://schemas.microsoft.com/office/drawing/2014/main" id="{58A5B07A-701E-4C22-9979-F5363F5AC44B}"/>
              </a:ext>
            </a:extLst>
          </p:cNvPr>
          <p:cNvSpPr txBox="1"/>
          <p:nvPr/>
        </p:nvSpPr>
        <p:spPr>
          <a:xfrm>
            <a:off x="11430000" y="1908890"/>
            <a:ext cx="5461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4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residual-</a:t>
            </a:r>
            <a:r>
              <a:rPr lang="en-US" altLang="ko-KR" sz="3400" dirty="0" err="1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gru</a:t>
            </a:r>
            <a:r>
              <a:rPr lang="en-US" altLang="ko-KR" sz="34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 · </a:t>
            </a:r>
            <a:r>
              <a:rPr lang="ko-KR" altLang="en-US" sz="34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우리</a:t>
            </a:r>
          </a:p>
        </p:txBody>
      </p:sp>
      <p:grpSp>
        <p:nvGrpSpPr>
          <p:cNvPr id="59" name="!!m28_row0">
            <a:extLst>
              <a:ext uri="{FF2B5EF4-FFF2-40B4-BE49-F238E27FC236}">
                <a16:creationId xmlns:a16="http://schemas.microsoft.com/office/drawing/2014/main" id="{64219541-518F-4BE1-9810-F665A71AD174}"/>
              </a:ext>
            </a:extLst>
          </p:cNvPr>
          <p:cNvGrpSpPr/>
          <p:nvPr/>
        </p:nvGrpSpPr>
        <p:grpSpPr>
          <a:xfrm>
            <a:off x="1422400" y="2717800"/>
            <a:ext cx="6682740" cy="127000"/>
            <a:chOff x="1422400" y="2717800"/>
            <a:chExt cx="6682740" cy="127000"/>
          </a:xfrm>
        </p:grpSpPr>
        <p:sp>
          <p:nvSpPr>
            <p:cNvPr id="24" name="_k1">
              <a:extLst>
                <a:ext uri="{FF2B5EF4-FFF2-40B4-BE49-F238E27FC236}">
                  <a16:creationId xmlns:a16="http://schemas.microsoft.com/office/drawing/2014/main" id="{37C5475B-DC6B-48AC-9564-CC1771EFB9C4}"/>
                </a:ext>
              </a:extLst>
            </p:cNvPr>
            <p:cNvSpPr/>
            <p:nvPr/>
          </p:nvSpPr>
          <p:spPr>
            <a:xfrm>
              <a:off x="14224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_k2">
              <a:extLst>
                <a:ext uri="{FF2B5EF4-FFF2-40B4-BE49-F238E27FC236}">
                  <a16:creationId xmlns:a16="http://schemas.microsoft.com/office/drawing/2014/main" id="{39B7378A-78D4-4E87-A500-C3AEBAD1D754}"/>
                </a:ext>
              </a:extLst>
            </p:cNvPr>
            <p:cNvSpPr/>
            <p:nvPr/>
          </p:nvSpPr>
          <p:spPr>
            <a:xfrm>
              <a:off x="16484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_k3">
              <a:extLst>
                <a:ext uri="{FF2B5EF4-FFF2-40B4-BE49-F238E27FC236}">
                  <a16:creationId xmlns:a16="http://schemas.microsoft.com/office/drawing/2014/main" id="{D41B42BB-C79A-40FB-9205-6F3CF222677B}"/>
                </a:ext>
              </a:extLst>
            </p:cNvPr>
            <p:cNvSpPr/>
            <p:nvPr/>
          </p:nvSpPr>
          <p:spPr>
            <a:xfrm>
              <a:off x="18745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_k4">
              <a:extLst>
                <a:ext uri="{FF2B5EF4-FFF2-40B4-BE49-F238E27FC236}">
                  <a16:creationId xmlns:a16="http://schemas.microsoft.com/office/drawing/2014/main" id="{16105274-D08E-4BAE-9D67-B4A6B09CA52B}"/>
                </a:ext>
              </a:extLst>
            </p:cNvPr>
            <p:cNvSpPr/>
            <p:nvPr/>
          </p:nvSpPr>
          <p:spPr>
            <a:xfrm>
              <a:off x="21005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_k5">
              <a:extLst>
                <a:ext uri="{FF2B5EF4-FFF2-40B4-BE49-F238E27FC236}">
                  <a16:creationId xmlns:a16="http://schemas.microsoft.com/office/drawing/2014/main" id="{6C15BE4F-8714-48DB-8D76-EF78316FB048}"/>
                </a:ext>
              </a:extLst>
            </p:cNvPr>
            <p:cNvSpPr/>
            <p:nvPr/>
          </p:nvSpPr>
          <p:spPr>
            <a:xfrm>
              <a:off x="23266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_k6">
              <a:extLst>
                <a:ext uri="{FF2B5EF4-FFF2-40B4-BE49-F238E27FC236}">
                  <a16:creationId xmlns:a16="http://schemas.microsoft.com/office/drawing/2014/main" id="{792D2471-7D24-4988-A98B-E814D335926E}"/>
                </a:ext>
              </a:extLst>
            </p:cNvPr>
            <p:cNvSpPr/>
            <p:nvPr/>
          </p:nvSpPr>
          <p:spPr>
            <a:xfrm>
              <a:off x="25527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_k7">
              <a:extLst>
                <a:ext uri="{FF2B5EF4-FFF2-40B4-BE49-F238E27FC236}">
                  <a16:creationId xmlns:a16="http://schemas.microsoft.com/office/drawing/2014/main" id="{F62CDD0E-F681-4B8A-BD26-9D99E7B7E188}"/>
                </a:ext>
              </a:extLst>
            </p:cNvPr>
            <p:cNvSpPr/>
            <p:nvPr/>
          </p:nvSpPr>
          <p:spPr>
            <a:xfrm>
              <a:off x="27787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_k8">
              <a:extLst>
                <a:ext uri="{FF2B5EF4-FFF2-40B4-BE49-F238E27FC236}">
                  <a16:creationId xmlns:a16="http://schemas.microsoft.com/office/drawing/2014/main" id="{5EDE045B-75D9-4F35-802C-D7F3AFC84B28}"/>
                </a:ext>
              </a:extLst>
            </p:cNvPr>
            <p:cNvSpPr/>
            <p:nvPr/>
          </p:nvSpPr>
          <p:spPr>
            <a:xfrm>
              <a:off x="30048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_k9">
              <a:extLst>
                <a:ext uri="{FF2B5EF4-FFF2-40B4-BE49-F238E27FC236}">
                  <a16:creationId xmlns:a16="http://schemas.microsoft.com/office/drawing/2014/main" id="{E65020C6-A77F-47E3-8AB1-9BCB47A247EE}"/>
                </a:ext>
              </a:extLst>
            </p:cNvPr>
            <p:cNvSpPr/>
            <p:nvPr/>
          </p:nvSpPr>
          <p:spPr>
            <a:xfrm>
              <a:off x="32308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_k10">
              <a:extLst>
                <a:ext uri="{FF2B5EF4-FFF2-40B4-BE49-F238E27FC236}">
                  <a16:creationId xmlns:a16="http://schemas.microsoft.com/office/drawing/2014/main" id="{A733D6B2-2795-4482-8575-E341EA12F0F7}"/>
                </a:ext>
              </a:extLst>
            </p:cNvPr>
            <p:cNvSpPr/>
            <p:nvPr/>
          </p:nvSpPr>
          <p:spPr>
            <a:xfrm>
              <a:off x="34569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_k11">
              <a:extLst>
                <a:ext uri="{FF2B5EF4-FFF2-40B4-BE49-F238E27FC236}">
                  <a16:creationId xmlns:a16="http://schemas.microsoft.com/office/drawing/2014/main" id="{5B68AC0A-23E3-4036-96FE-D155A1D66BE8}"/>
                </a:ext>
              </a:extLst>
            </p:cNvPr>
            <p:cNvSpPr/>
            <p:nvPr/>
          </p:nvSpPr>
          <p:spPr>
            <a:xfrm>
              <a:off x="36830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_k12">
              <a:extLst>
                <a:ext uri="{FF2B5EF4-FFF2-40B4-BE49-F238E27FC236}">
                  <a16:creationId xmlns:a16="http://schemas.microsoft.com/office/drawing/2014/main" id="{63A0A6E3-21F9-46B5-BDFF-CECF7C2CF69B}"/>
                </a:ext>
              </a:extLst>
            </p:cNvPr>
            <p:cNvSpPr/>
            <p:nvPr/>
          </p:nvSpPr>
          <p:spPr>
            <a:xfrm>
              <a:off x="39090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_k13">
              <a:extLst>
                <a:ext uri="{FF2B5EF4-FFF2-40B4-BE49-F238E27FC236}">
                  <a16:creationId xmlns:a16="http://schemas.microsoft.com/office/drawing/2014/main" id="{C7A1B698-98E3-4BDA-88C9-0C735569F94E}"/>
                </a:ext>
              </a:extLst>
            </p:cNvPr>
            <p:cNvSpPr/>
            <p:nvPr/>
          </p:nvSpPr>
          <p:spPr>
            <a:xfrm>
              <a:off x="41351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_k14">
              <a:extLst>
                <a:ext uri="{FF2B5EF4-FFF2-40B4-BE49-F238E27FC236}">
                  <a16:creationId xmlns:a16="http://schemas.microsoft.com/office/drawing/2014/main" id="{EB3531F6-DF54-48EC-A719-9BEB305C9058}"/>
                </a:ext>
              </a:extLst>
            </p:cNvPr>
            <p:cNvSpPr/>
            <p:nvPr/>
          </p:nvSpPr>
          <p:spPr>
            <a:xfrm>
              <a:off x="43611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_k15">
              <a:extLst>
                <a:ext uri="{FF2B5EF4-FFF2-40B4-BE49-F238E27FC236}">
                  <a16:creationId xmlns:a16="http://schemas.microsoft.com/office/drawing/2014/main" id="{17B9779B-1106-4C60-88EA-C426CEEC7B41}"/>
                </a:ext>
              </a:extLst>
            </p:cNvPr>
            <p:cNvSpPr/>
            <p:nvPr/>
          </p:nvSpPr>
          <p:spPr>
            <a:xfrm>
              <a:off x="45872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_k16">
              <a:extLst>
                <a:ext uri="{FF2B5EF4-FFF2-40B4-BE49-F238E27FC236}">
                  <a16:creationId xmlns:a16="http://schemas.microsoft.com/office/drawing/2014/main" id="{07076FDC-41BE-4CB1-9C10-0E03B7142235}"/>
                </a:ext>
              </a:extLst>
            </p:cNvPr>
            <p:cNvSpPr/>
            <p:nvPr/>
          </p:nvSpPr>
          <p:spPr>
            <a:xfrm>
              <a:off x="48133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_k17">
              <a:extLst>
                <a:ext uri="{FF2B5EF4-FFF2-40B4-BE49-F238E27FC236}">
                  <a16:creationId xmlns:a16="http://schemas.microsoft.com/office/drawing/2014/main" id="{72A42845-6CFC-41BF-9EDD-D52204A2253D}"/>
                </a:ext>
              </a:extLst>
            </p:cNvPr>
            <p:cNvSpPr/>
            <p:nvPr/>
          </p:nvSpPr>
          <p:spPr>
            <a:xfrm>
              <a:off x="50393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_k18">
              <a:extLst>
                <a:ext uri="{FF2B5EF4-FFF2-40B4-BE49-F238E27FC236}">
                  <a16:creationId xmlns:a16="http://schemas.microsoft.com/office/drawing/2014/main" id="{9BFE074C-6B09-4F7E-95C5-F65405C5135C}"/>
                </a:ext>
              </a:extLst>
            </p:cNvPr>
            <p:cNvSpPr/>
            <p:nvPr/>
          </p:nvSpPr>
          <p:spPr>
            <a:xfrm>
              <a:off x="52654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_k19">
              <a:extLst>
                <a:ext uri="{FF2B5EF4-FFF2-40B4-BE49-F238E27FC236}">
                  <a16:creationId xmlns:a16="http://schemas.microsoft.com/office/drawing/2014/main" id="{4A39E0C8-5010-411E-B83F-B779C858A93C}"/>
                </a:ext>
              </a:extLst>
            </p:cNvPr>
            <p:cNvSpPr/>
            <p:nvPr/>
          </p:nvSpPr>
          <p:spPr>
            <a:xfrm>
              <a:off x="54914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_k20">
              <a:extLst>
                <a:ext uri="{FF2B5EF4-FFF2-40B4-BE49-F238E27FC236}">
                  <a16:creationId xmlns:a16="http://schemas.microsoft.com/office/drawing/2014/main" id="{D56BEB4D-4805-470B-B626-82D3637655FC}"/>
                </a:ext>
              </a:extLst>
            </p:cNvPr>
            <p:cNvSpPr/>
            <p:nvPr/>
          </p:nvSpPr>
          <p:spPr>
            <a:xfrm>
              <a:off x="57175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_k21">
              <a:extLst>
                <a:ext uri="{FF2B5EF4-FFF2-40B4-BE49-F238E27FC236}">
                  <a16:creationId xmlns:a16="http://schemas.microsoft.com/office/drawing/2014/main" id="{53B69C2F-B7B6-443D-A5CD-79CA9FEBF99D}"/>
                </a:ext>
              </a:extLst>
            </p:cNvPr>
            <p:cNvSpPr/>
            <p:nvPr/>
          </p:nvSpPr>
          <p:spPr>
            <a:xfrm>
              <a:off x="59436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_k22">
              <a:extLst>
                <a:ext uri="{FF2B5EF4-FFF2-40B4-BE49-F238E27FC236}">
                  <a16:creationId xmlns:a16="http://schemas.microsoft.com/office/drawing/2014/main" id="{148025D2-1161-4CFC-9EB8-0E0207DA0E4C}"/>
                </a:ext>
              </a:extLst>
            </p:cNvPr>
            <p:cNvSpPr/>
            <p:nvPr/>
          </p:nvSpPr>
          <p:spPr>
            <a:xfrm>
              <a:off x="61696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_k23">
              <a:extLst>
                <a:ext uri="{FF2B5EF4-FFF2-40B4-BE49-F238E27FC236}">
                  <a16:creationId xmlns:a16="http://schemas.microsoft.com/office/drawing/2014/main" id="{D9762DE7-EC6D-493A-9859-D8EE7514FB46}"/>
                </a:ext>
              </a:extLst>
            </p:cNvPr>
            <p:cNvSpPr/>
            <p:nvPr/>
          </p:nvSpPr>
          <p:spPr>
            <a:xfrm>
              <a:off x="63957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_k24">
              <a:extLst>
                <a:ext uri="{FF2B5EF4-FFF2-40B4-BE49-F238E27FC236}">
                  <a16:creationId xmlns:a16="http://schemas.microsoft.com/office/drawing/2014/main" id="{2A571F85-3CC3-4A29-9FD2-74F54DFB979A}"/>
                </a:ext>
              </a:extLst>
            </p:cNvPr>
            <p:cNvSpPr/>
            <p:nvPr/>
          </p:nvSpPr>
          <p:spPr>
            <a:xfrm>
              <a:off x="66217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_k25">
              <a:extLst>
                <a:ext uri="{FF2B5EF4-FFF2-40B4-BE49-F238E27FC236}">
                  <a16:creationId xmlns:a16="http://schemas.microsoft.com/office/drawing/2014/main" id="{52EAE579-1307-437B-B9B7-8B8B9B9536D3}"/>
                </a:ext>
              </a:extLst>
            </p:cNvPr>
            <p:cNvSpPr/>
            <p:nvPr/>
          </p:nvSpPr>
          <p:spPr>
            <a:xfrm>
              <a:off x="68478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_k26">
              <a:extLst>
                <a:ext uri="{FF2B5EF4-FFF2-40B4-BE49-F238E27FC236}">
                  <a16:creationId xmlns:a16="http://schemas.microsoft.com/office/drawing/2014/main" id="{D3B44ED2-F303-4A99-8C77-5B34C8DB619C}"/>
                </a:ext>
              </a:extLst>
            </p:cNvPr>
            <p:cNvSpPr/>
            <p:nvPr/>
          </p:nvSpPr>
          <p:spPr>
            <a:xfrm>
              <a:off x="707390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_k27">
              <a:extLst>
                <a:ext uri="{FF2B5EF4-FFF2-40B4-BE49-F238E27FC236}">
                  <a16:creationId xmlns:a16="http://schemas.microsoft.com/office/drawing/2014/main" id="{37BF19C1-6F1F-4A49-BE27-F5DA7453EEC8}"/>
                </a:ext>
              </a:extLst>
            </p:cNvPr>
            <p:cNvSpPr/>
            <p:nvPr/>
          </p:nvSpPr>
          <p:spPr>
            <a:xfrm>
              <a:off x="729996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_k28">
              <a:extLst>
                <a:ext uri="{FF2B5EF4-FFF2-40B4-BE49-F238E27FC236}">
                  <a16:creationId xmlns:a16="http://schemas.microsoft.com/office/drawing/2014/main" id="{31CFF116-7A84-49C2-BC33-0680294656B7}"/>
                </a:ext>
              </a:extLst>
            </p:cNvPr>
            <p:cNvSpPr/>
            <p:nvPr/>
          </p:nvSpPr>
          <p:spPr>
            <a:xfrm>
              <a:off x="752602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_k29">
              <a:extLst>
                <a:ext uri="{FF2B5EF4-FFF2-40B4-BE49-F238E27FC236}">
                  <a16:creationId xmlns:a16="http://schemas.microsoft.com/office/drawing/2014/main" id="{EF5244C7-6E8B-453B-8ADC-296F151348D4}"/>
                </a:ext>
              </a:extLst>
            </p:cNvPr>
            <p:cNvSpPr/>
            <p:nvPr/>
          </p:nvSpPr>
          <p:spPr>
            <a:xfrm>
              <a:off x="775208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_k30">
              <a:extLst>
                <a:ext uri="{FF2B5EF4-FFF2-40B4-BE49-F238E27FC236}">
                  <a16:creationId xmlns:a16="http://schemas.microsoft.com/office/drawing/2014/main" id="{5967F072-6061-4989-90F4-DA2326402BD7}"/>
                </a:ext>
              </a:extLst>
            </p:cNvPr>
            <p:cNvSpPr/>
            <p:nvPr/>
          </p:nvSpPr>
          <p:spPr>
            <a:xfrm>
              <a:off x="7978140" y="27178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0" name="!!m28_row1">
            <a:extLst>
              <a:ext uri="{FF2B5EF4-FFF2-40B4-BE49-F238E27FC236}">
                <a16:creationId xmlns:a16="http://schemas.microsoft.com/office/drawing/2014/main" id="{C8F84B18-C114-4E59-BA04-B9F8EEA4C23A}"/>
              </a:ext>
            </a:extLst>
          </p:cNvPr>
          <p:cNvGrpSpPr/>
          <p:nvPr/>
        </p:nvGrpSpPr>
        <p:grpSpPr>
          <a:xfrm>
            <a:off x="1422400" y="2900680"/>
            <a:ext cx="6682740" cy="127000"/>
            <a:chOff x="1422400" y="2900680"/>
            <a:chExt cx="6682740" cy="127000"/>
          </a:xfrm>
        </p:grpSpPr>
        <p:sp>
          <p:nvSpPr>
            <p:cNvPr id="60" name="_k31">
              <a:extLst>
                <a:ext uri="{FF2B5EF4-FFF2-40B4-BE49-F238E27FC236}">
                  <a16:creationId xmlns:a16="http://schemas.microsoft.com/office/drawing/2014/main" id="{771EC8E4-34FA-4D40-87FA-99A3F61C0FDD}"/>
                </a:ext>
              </a:extLst>
            </p:cNvPr>
            <p:cNvSpPr/>
            <p:nvPr/>
          </p:nvSpPr>
          <p:spPr>
            <a:xfrm>
              <a:off x="14224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_k32">
              <a:extLst>
                <a:ext uri="{FF2B5EF4-FFF2-40B4-BE49-F238E27FC236}">
                  <a16:creationId xmlns:a16="http://schemas.microsoft.com/office/drawing/2014/main" id="{23007D42-F179-466C-97FD-814C4E7B07A4}"/>
                </a:ext>
              </a:extLst>
            </p:cNvPr>
            <p:cNvSpPr/>
            <p:nvPr/>
          </p:nvSpPr>
          <p:spPr>
            <a:xfrm>
              <a:off x="16484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_k33">
              <a:extLst>
                <a:ext uri="{FF2B5EF4-FFF2-40B4-BE49-F238E27FC236}">
                  <a16:creationId xmlns:a16="http://schemas.microsoft.com/office/drawing/2014/main" id="{A6A03D49-BC21-4EE0-8A13-28E432CCD6D7}"/>
                </a:ext>
              </a:extLst>
            </p:cNvPr>
            <p:cNvSpPr/>
            <p:nvPr/>
          </p:nvSpPr>
          <p:spPr>
            <a:xfrm>
              <a:off x="18745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_k34">
              <a:extLst>
                <a:ext uri="{FF2B5EF4-FFF2-40B4-BE49-F238E27FC236}">
                  <a16:creationId xmlns:a16="http://schemas.microsoft.com/office/drawing/2014/main" id="{5ACD035A-A23F-4C84-AC6D-5A590522C81E}"/>
                </a:ext>
              </a:extLst>
            </p:cNvPr>
            <p:cNvSpPr/>
            <p:nvPr/>
          </p:nvSpPr>
          <p:spPr>
            <a:xfrm>
              <a:off x="21005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_k35">
              <a:extLst>
                <a:ext uri="{FF2B5EF4-FFF2-40B4-BE49-F238E27FC236}">
                  <a16:creationId xmlns:a16="http://schemas.microsoft.com/office/drawing/2014/main" id="{F0BDEB98-778D-4B2D-AE51-9EEB480DBABA}"/>
                </a:ext>
              </a:extLst>
            </p:cNvPr>
            <p:cNvSpPr/>
            <p:nvPr/>
          </p:nvSpPr>
          <p:spPr>
            <a:xfrm>
              <a:off x="23266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_k36">
              <a:extLst>
                <a:ext uri="{FF2B5EF4-FFF2-40B4-BE49-F238E27FC236}">
                  <a16:creationId xmlns:a16="http://schemas.microsoft.com/office/drawing/2014/main" id="{02AF80DE-D23E-4604-908A-81773182BAED}"/>
                </a:ext>
              </a:extLst>
            </p:cNvPr>
            <p:cNvSpPr/>
            <p:nvPr/>
          </p:nvSpPr>
          <p:spPr>
            <a:xfrm>
              <a:off x="25527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_k37">
              <a:extLst>
                <a:ext uri="{FF2B5EF4-FFF2-40B4-BE49-F238E27FC236}">
                  <a16:creationId xmlns:a16="http://schemas.microsoft.com/office/drawing/2014/main" id="{0C9D4449-DF43-4D76-9F22-0EAC908615A2}"/>
                </a:ext>
              </a:extLst>
            </p:cNvPr>
            <p:cNvSpPr/>
            <p:nvPr/>
          </p:nvSpPr>
          <p:spPr>
            <a:xfrm>
              <a:off x="27787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_k38">
              <a:extLst>
                <a:ext uri="{FF2B5EF4-FFF2-40B4-BE49-F238E27FC236}">
                  <a16:creationId xmlns:a16="http://schemas.microsoft.com/office/drawing/2014/main" id="{417485D6-83E1-410D-B0C9-530D429F6B87}"/>
                </a:ext>
              </a:extLst>
            </p:cNvPr>
            <p:cNvSpPr/>
            <p:nvPr/>
          </p:nvSpPr>
          <p:spPr>
            <a:xfrm>
              <a:off x="30048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_k39">
              <a:extLst>
                <a:ext uri="{FF2B5EF4-FFF2-40B4-BE49-F238E27FC236}">
                  <a16:creationId xmlns:a16="http://schemas.microsoft.com/office/drawing/2014/main" id="{9C3FBC59-A661-488C-A518-240E8EA31012}"/>
                </a:ext>
              </a:extLst>
            </p:cNvPr>
            <p:cNvSpPr/>
            <p:nvPr/>
          </p:nvSpPr>
          <p:spPr>
            <a:xfrm>
              <a:off x="32308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_k40">
              <a:extLst>
                <a:ext uri="{FF2B5EF4-FFF2-40B4-BE49-F238E27FC236}">
                  <a16:creationId xmlns:a16="http://schemas.microsoft.com/office/drawing/2014/main" id="{19A4A85D-04AF-4966-B931-452109DB4994}"/>
                </a:ext>
              </a:extLst>
            </p:cNvPr>
            <p:cNvSpPr/>
            <p:nvPr/>
          </p:nvSpPr>
          <p:spPr>
            <a:xfrm>
              <a:off x="34569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_k41">
              <a:extLst>
                <a:ext uri="{FF2B5EF4-FFF2-40B4-BE49-F238E27FC236}">
                  <a16:creationId xmlns:a16="http://schemas.microsoft.com/office/drawing/2014/main" id="{CDE5F2B0-506F-4179-9C7C-E18B3E40BF28}"/>
                </a:ext>
              </a:extLst>
            </p:cNvPr>
            <p:cNvSpPr/>
            <p:nvPr/>
          </p:nvSpPr>
          <p:spPr>
            <a:xfrm>
              <a:off x="36830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_k42">
              <a:extLst>
                <a:ext uri="{FF2B5EF4-FFF2-40B4-BE49-F238E27FC236}">
                  <a16:creationId xmlns:a16="http://schemas.microsoft.com/office/drawing/2014/main" id="{30A80960-2BA2-4D5C-9F03-F901D11B4E48}"/>
                </a:ext>
              </a:extLst>
            </p:cNvPr>
            <p:cNvSpPr/>
            <p:nvPr/>
          </p:nvSpPr>
          <p:spPr>
            <a:xfrm>
              <a:off x="39090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_k43">
              <a:extLst>
                <a:ext uri="{FF2B5EF4-FFF2-40B4-BE49-F238E27FC236}">
                  <a16:creationId xmlns:a16="http://schemas.microsoft.com/office/drawing/2014/main" id="{C4402D02-8F27-4A1F-92DC-B10DB99C087C}"/>
                </a:ext>
              </a:extLst>
            </p:cNvPr>
            <p:cNvSpPr/>
            <p:nvPr/>
          </p:nvSpPr>
          <p:spPr>
            <a:xfrm>
              <a:off x="41351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_k44">
              <a:extLst>
                <a:ext uri="{FF2B5EF4-FFF2-40B4-BE49-F238E27FC236}">
                  <a16:creationId xmlns:a16="http://schemas.microsoft.com/office/drawing/2014/main" id="{4527183E-073B-4892-8664-A054353873F0}"/>
                </a:ext>
              </a:extLst>
            </p:cNvPr>
            <p:cNvSpPr/>
            <p:nvPr/>
          </p:nvSpPr>
          <p:spPr>
            <a:xfrm>
              <a:off x="43611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_k45">
              <a:extLst>
                <a:ext uri="{FF2B5EF4-FFF2-40B4-BE49-F238E27FC236}">
                  <a16:creationId xmlns:a16="http://schemas.microsoft.com/office/drawing/2014/main" id="{8507AB88-167F-4C47-A44D-666E2EDD4787}"/>
                </a:ext>
              </a:extLst>
            </p:cNvPr>
            <p:cNvSpPr/>
            <p:nvPr/>
          </p:nvSpPr>
          <p:spPr>
            <a:xfrm>
              <a:off x="45872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_k46">
              <a:extLst>
                <a:ext uri="{FF2B5EF4-FFF2-40B4-BE49-F238E27FC236}">
                  <a16:creationId xmlns:a16="http://schemas.microsoft.com/office/drawing/2014/main" id="{C4BEDF69-E503-4D60-B7E8-432F849ADB76}"/>
                </a:ext>
              </a:extLst>
            </p:cNvPr>
            <p:cNvSpPr/>
            <p:nvPr/>
          </p:nvSpPr>
          <p:spPr>
            <a:xfrm>
              <a:off x="48133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_k47">
              <a:extLst>
                <a:ext uri="{FF2B5EF4-FFF2-40B4-BE49-F238E27FC236}">
                  <a16:creationId xmlns:a16="http://schemas.microsoft.com/office/drawing/2014/main" id="{7420AC33-6837-452F-A4BC-4D52D4FAF9BE}"/>
                </a:ext>
              </a:extLst>
            </p:cNvPr>
            <p:cNvSpPr/>
            <p:nvPr/>
          </p:nvSpPr>
          <p:spPr>
            <a:xfrm>
              <a:off x="50393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_k48">
              <a:extLst>
                <a:ext uri="{FF2B5EF4-FFF2-40B4-BE49-F238E27FC236}">
                  <a16:creationId xmlns:a16="http://schemas.microsoft.com/office/drawing/2014/main" id="{05D7B54D-779A-42C3-9D45-96FE03332D93}"/>
                </a:ext>
              </a:extLst>
            </p:cNvPr>
            <p:cNvSpPr/>
            <p:nvPr/>
          </p:nvSpPr>
          <p:spPr>
            <a:xfrm>
              <a:off x="52654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_k49">
              <a:extLst>
                <a:ext uri="{FF2B5EF4-FFF2-40B4-BE49-F238E27FC236}">
                  <a16:creationId xmlns:a16="http://schemas.microsoft.com/office/drawing/2014/main" id="{14C75564-A9DC-48CA-8733-E6059D4A42E4}"/>
                </a:ext>
              </a:extLst>
            </p:cNvPr>
            <p:cNvSpPr/>
            <p:nvPr/>
          </p:nvSpPr>
          <p:spPr>
            <a:xfrm>
              <a:off x="54914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_k50">
              <a:extLst>
                <a:ext uri="{FF2B5EF4-FFF2-40B4-BE49-F238E27FC236}">
                  <a16:creationId xmlns:a16="http://schemas.microsoft.com/office/drawing/2014/main" id="{1D05C247-6E32-4152-A66B-B6CCA36AE411}"/>
                </a:ext>
              </a:extLst>
            </p:cNvPr>
            <p:cNvSpPr/>
            <p:nvPr/>
          </p:nvSpPr>
          <p:spPr>
            <a:xfrm>
              <a:off x="57175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_k51">
              <a:extLst>
                <a:ext uri="{FF2B5EF4-FFF2-40B4-BE49-F238E27FC236}">
                  <a16:creationId xmlns:a16="http://schemas.microsoft.com/office/drawing/2014/main" id="{60475CBC-561B-44E4-B36F-ECA80DD52C70}"/>
                </a:ext>
              </a:extLst>
            </p:cNvPr>
            <p:cNvSpPr/>
            <p:nvPr/>
          </p:nvSpPr>
          <p:spPr>
            <a:xfrm>
              <a:off x="59436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_k52">
              <a:extLst>
                <a:ext uri="{FF2B5EF4-FFF2-40B4-BE49-F238E27FC236}">
                  <a16:creationId xmlns:a16="http://schemas.microsoft.com/office/drawing/2014/main" id="{48A61554-E36D-4918-BFF5-2C8A780A6D16}"/>
                </a:ext>
              </a:extLst>
            </p:cNvPr>
            <p:cNvSpPr/>
            <p:nvPr/>
          </p:nvSpPr>
          <p:spPr>
            <a:xfrm>
              <a:off x="61696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_k53">
              <a:extLst>
                <a:ext uri="{FF2B5EF4-FFF2-40B4-BE49-F238E27FC236}">
                  <a16:creationId xmlns:a16="http://schemas.microsoft.com/office/drawing/2014/main" id="{29BB8163-781C-4F85-AA50-AF30FA8AEE1F}"/>
                </a:ext>
              </a:extLst>
            </p:cNvPr>
            <p:cNvSpPr/>
            <p:nvPr/>
          </p:nvSpPr>
          <p:spPr>
            <a:xfrm>
              <a:off x="63957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_k54">
              <a:extLst>
                <a:ext uri="{FF2B5EF4-FFF2-40B4-BE49-F238E27FC236}">
                  <a16:creationId xmlns:a16="http://schemas.microsoft.com/office/drawing/2014/main" id="{3791FA23-E1A3-4698-BE3C-90DDA848AA48}"/>
                </a:ext>
              </a:extLst>
            </p:cNvPr>
            <p:cNvSpPr/>
            <p:nvPr/>
          </p:nvSpPr>
          <p:spPr>
            <a:xfrm>
              <a:off x="66217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_k55">
              <a:extLst>
                <a:ext uri="{FF2B5EF4-FFF2-40B4-BE49-F238E27FC236}">
                  <a16:creationId xmlns:a16="http://schemas.microsoft.com/office/drawing/2014/main" id="{9DD56F4B-308B-4098-ADFB-182B9DE1E2DC}"/>
                </a:ext>
              </a:extLst>
            </p:cNvPr>
            <p:cNvSpPr/>
            <p:nvPr/>
          </p:nvSpPr>
          <p:spPr>
            <a:xfrm>
              <a:off x="68478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_k56">
              <a:extLst>
                <a:ext uri="{FF2B5EF4-FFF2-40B4-BE49-F238E27FC236}">
                  <a16:creationId xmlns:a16="http://schemas.microsoft.com/office/drawing/2014/main" id="{9629B8EA-FBA0-47EB-9FD5-3ADEC6D5FC6C}"/>
                </a:ext>
              </a:extLst>
            </p:cNvPr>
            <p:cNvSpPr/>
            <p:nvPr/>
          </p:nvSpPr>
          <p:spPr>
            <a:xfrm>
              <a:off x="707390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_k57">
              <a:extLst>
                <a:ext uri="{FF2B5EF4-FFF2-40B4-BE49-F238E27FC236}">
                  <a16:creationId xmlns:a16="http://schemas.microsoft.com/office/drawing/2014/main" id="{36A6CC40-06F0-4A8C-9044-6886D10744A4}"/>
                </a:ext>
              </a:extLst>
            </p:cNvPr>
            <p:cNvSpPr/>
            <p:nvPr/>
          </p:nvSpPr>
          <p:spPr>
            <a:xfrm>
              <a:off x="729996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_k58">
              <a:extLst>
                <a:ext uri="{FF2B5EF4-FFF2-40B4-BE49-F238E27FC236}">
                  <a16:creationId xmlns:a16="http://schemas.microsoft.com/office/drawing/2014/main" id="{00CFA768-46B2-40EB-9586-09B433A7FC2B}"/>
                </a:ext>
              </a:extLst>
            </p:cNvPr>
            <p:cNvSpPr/>
            <p:nvPr/>
          </p:nvSpPr>
          <p:spPr>
            <a:xfrm>
              <a:off x="752602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_k59">
              <a:extLst>
                <a:ext uri="{FF2B5EF4-FFF2-40B4-BE49-F238E27FC236}">
                  <a16:creationId xmlns:a16="http://schemas.microsoft.com/office/drawing/2014/main" id="{A17877C4-37AD-4358-A22C-971465F689B2}"/>
                </a:ext>
              </a:extLst>
            </p:cNvPr>
            <p:cNvSpPr/>
            <p:nvPr/>
          </p:nvSpPr>
          <p:spPr>
            <a:xfrm>
              <a:off x="775208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_k60">
              <a:extLst>
                <a:ext uri="{FF2B5EF4-FFF2-40B4-BE49-F238E27FC236}">
                  <a16:creationId xmlns:a16="http://schemas.microsoft.com/office/drawing/2014/main" id="{8202088E-76FE-43B8-A305-A4FF4454FEA2}"/>
                </a:ext>
              </a:extLst>
            </p:cNvPr>
            <p:cNvSpPr/>
            <p:nvPr/>
          </p:nvSpPr>
          <p:spPr>
            <a:xfrm>
              <a:off x="7978140" y="29006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1" name="!!m28_row2">
            <a:extLst>
              <a:ext uri="{FF2B5EF4-FFF2-40B4-BE49-F238E27FC236}">
                <a16:creationId xmlns:a16="http://schemas.microsoft.com/office/drawing/2014/main" id="{1A8399C4-62AA-401A-BA68-7A7DD10A7BC9}"/>
              </a:ext>
            </a:extLst>
          </p:cNvPr>
          <p:cNvGrpSpPr/>
          <p:nvPr/>
        </p:nvGrpSpPr>
        <p:grpSpPr>
          <a:xfrm>
            <a:off x="1422400" y="3083560"/>
            <a:ext cx="6682740" cy="127000"/>
            <a:chOff x="1422400" y="3083560"/>
            <a:chExt cx="6682740" cy="127000"/>
          </a:xfrm>
        </p:grpSpPr>
        <p:sp>
          <p:nvSpPr>
            <p:cNvPr id="91" name="_k61">
              <a:extLst>
                <a:ext uri="{FF2B5EF4-FFF2-40B4-BE49-F238E27FC236}">
                  <a16:creationId xmlns:a16="http://schemas.microsoft.com/office/drawing/2014/main" id="{0A4BF00F-AD70-4761-8DDA-9BF6D85E7445}"/>
                </a:ext>
              </a:extLst>
            </p:cNvPr>
            <p:cNvSpPr/>
            <p:nvPr/>
          </p:nvSpPr>
          <p:spPr>
            <a:xfrm>
              <a:off x="14224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_k62">
              <a:extLst>
                <a:ext uri="{FF2B5EF4-FFF2-40B4-BE49-F238E27FC236}">
                  <a16:creationId xmlns:a16="http://schemas.microsoft.com/office/drawing/2014/main" id="{0D0A9D7F-E301-442C-B44B-23E8850FA6DA}"/>
                </a:ext>
              </a:extLst>
            </p:cNvPr>
            <p:cNvSpPr/>
            <p:nvPr/>
          </p:nvSpPr>
          <p:spPr>
            <a:xfrm>
              <a:off x="16484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_k63">
              <a:extLst>
                <a:ext uri="{FF2B5EF4-FFF2-40B4-BE49-F238E27FC236}">
                  <a16:creationId xmlns:a16="http://schemas.microsoft.com/office/drawing/2014/main" id="{893EF85C-DDDC-40D9-822F-7EE21F4B21EA}"/>
                </a:ext>
              </a:extLst>
            </p:cNvPr>
            <p:cNvSpPr/>
            <p:nvPr/>
          </p:nvSpPr>
          <p:spPr>
            <a:xfrm>
              <a:off x="18745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_k64">
              <a:extLst>
                <a:ext uri="{FF2B5EF4-FFF2-40B4-BE49-F238E27FC236}">
                  <a16:creationId xmlns:a16="http://schemas.microsoft.com/office/drawing/2014/main" id="{7472D3B3-A757-4D1D-8DEC-49A0957F826B}"/>
                </a:ext>
              </a:extLst>
            </p:cNvPr>
            <p:cNvSpPr/>
            <p:nvPr/>
          </p:nvSpPr>
          <p:spPr>
            <a:xfrm>
              <a:off x="21005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_k65">
              <a:extLst>
                <a:ext uri="{FF2B5EF4-FFF2-40B4-BE49-F238E27FC236}">
                  <a16:creationId xmlns:a16="http://schemas.microsoft.com/office/drawing/2014/main" id="{4849B8E0-FA08-4075-A248-DD1B1886633B}"/>
                </a:ext>
              </a:extLst>
            </p:cNvPr>
            <p:cNvSpPr/>
            <p:nvPr/>
          </p:nvSpPr>
          <p:spPr>
            <a:xfrm>
              <a:off x="23266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_k66">
              <a:extLst>
                <a:ext uri="{FF2B5EF4-FFF2-40B4-BE49-F238E27FC236}">
                  <a16:creationId xmlns:a16="http://schemas.microsoft.com/office/drawing/2014/main" id="{1F6D03C4-AB40-4302-BBA2-66AD3B6008DB}"/>
                </a:ext>
              </a:extLst>
            </p:cNvPr>
            <p:cNvSpPr/>
            <p:nvPr/>
          </p:nvSpPr>
          <p:spPr>
            <a:xfrm>
              <a:off x="25527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_k67">
              <a:extLst>
                <a:ext uri="{FF2B5EF4-FFF2-40B4-BE49-F238E27FC236}">
                  <a16:creationId xmlns:a16="http://schemas.microsoft.com/office/drawing/2014/main" id="{38C016EC-9717-45C4-9A79-2B8E25D3CAA2}"/>
                </a:ext>
              </a:extLst>
            </p:cNvPr>
            <p:cNvSpPr/>
            <p:nvPr/>
          </p:nvSpPr>
          <p:spPr>
            <a:xfrm>
              <a:off x="27787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_k68">
              <a:extLst>
                <a:ext uri="{FF2B5EF4-FFF2-40B4-BE49-F238E27FC236}">
                  <a16:creationId xmlns:a16="http://schemas.microsoft.com/office/drawing/2014/main" id="{11FB14AE-94D1-4371-A86D-25F8D161308E}"/>
                </a:ext>
              </a:extLst>
            </p:cNvPr>
            <p:cNvSpPr/>
            <p:nvPr/>
          </p:nvSpPr>
          <p:spPr>
            <a:xfrm>
              <a:off x="30048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_k69">
              <a:extLst>
                <a:ext uri="{FF2B5EF4-FFF2-40B4-BE49-F238E27FC236}">
                  <a16:creationId xmlns:a16="http://schemas.microsoft.com/office/drawing/2014/main" id="{9836EE47-60C9-4BDE-A131-3C9D5305E81F}"/>
                </a:ext>
              </a:extLst>
            </p:cNvPr>
            <p:cNvSpPr/>
            <p:nvPr/>
          </p:nvSpPr>
          <p:spPr>
            <a:xfrm>
              <a:off x="32308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_k70">
              <a:extLst>
                <a:ext uri="{FF2B5EF4-FFF2-40B4-BE49-F238E27FC236}">
                  <a16:creationId xmlns:a16="http://schemas.microsoft.com/office/drawing/2014/main" id="{D65A8D16-CC5A-4FE7-8F3C-B715664989ED}"/>
                </a:ext>
              </a:extLst>
            </p:cNvPr>
            <p:cNvSpPr/>
            <p:nvPr/>
          </p:nvSpPr>
          <p:spPr>
            <a:xfrm>
              <a:off x="34569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_k71">
              <a:extLst>
                <a:ext uri="{FF2B5EF4-FFF2-40B4-BE49-F238E27FC236}">
                  <a16:creationId xmlns:a16="http://schemas.microsoft.com/office/drawing/2014/main" id="{3E5D920B-8518-4ADE-873C-13068C7906EE}"/>
                </a:ext>
              </a:extLst>
            </p:cNvPr>
            <p:cNvSpPr/>
            <p:nvPr/>
          </p:nvSpPr>
          <p:spPr>
            <a:xfrm>
              <a:off x="36830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_k72">
              <a:extLst>
                <a:ext uri="{FF2B5EF4-FFF2-40B4-BE49-F238E27FC236}">
                  <a16:creationId xmlns:a16="http://schemas.microsoft.com/office/drawing/2014/main" id="{3988B83A-F44B-4AFE-9E7F-69F0F101556C}"/>
                </a:ext>
              </a:extLst>
            </p:cNvPr>
            <p:cNvSpPr/>
            <p:nvPr/>
          </p:nvSpPr>
          <p:spPr>
            <a:xfrm>
              <a:off x="39090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_k73">
              <a:extLst>
                <a:ext uri="{FF2B5EF4-FFF2-40B4-BE49-F238E27FC236}">
                  <a16:creationId xmlns:a16="http://schemas.microsoft.com/office/drawing/2014/main" id="{DC704A8F-B76D-4A3F-A134-67A3332E0650}"/>
                </a:ext>
              </a:extLst>
            </p:cNvPr>
            <p:cNvSpPr/>
            <p:nvPr/>
          </p:nvSpPr>
          <p:spPr>
            <a:xfrm>
              <a:off x="41351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_k74">
              <a:extLst>
                <a:ext uri="{FF2B5EF4-FFF2-40B4-BE49-F238E27FC236}">
                  <a16:creationId xmlns:a16="http://schemas.microsoft.com/office/drawing/2014/main" id="{0C8FAA1E-D8BC-499D-AC49-93EDBA9484E4}"/>
                </a:ext>
              </a:extLst>
            </p:cNvPr>
            <p:cNvSpPr/>
            <p:nvPr/>
          </p:nvSpPr>
          <p:spPr>
            <a:xfrm>
              <a:off x="43611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_k75">
              <a:extLst>
                <a:ext uri="{FF2B5EF4-FFF2-40B4-BE49-F238E27FC236}">
                  <a16:creationId xmlns:a16="http://schemas.microsoft.com/office/drawing/2014/main" id="{D9595761-CA6E-4AE5-9C1B-19614BE3DE4D}"/>
                </a:ext>
              </a:extLst>
            </p:cNvPr>
            <p:cNvSpPr/>
            <p:nvPr/>
          </p:nvSpPr>
          <p:spPr>
            <a:xfrm>
              <a:off x="45872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_k76">
              <a:extLst>
                <a:ext uri="{FF2B5EF4-FFF2-40B4-BE49-F238E27FC236}">
                  <a16:creationId xmlns:a16="http://schemas.microsoft.com/office/drawing/2014/main" id="{D25F6B42-5573-4109-925D-60D29D9D5F61}"/>
                </a:ext>
              </a:extLst>
            </p:cNvPr>
            <p:cNvSpPr/>
            <p:nvPr/>
          </p:nvSpPr>
          <p:spPr>
            <a:xfrm>
              <a:off x="48133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_k77">
              <a:extLst>
                <a:ext uri="{FF2B5EF4-FFF2-40B4-BE49-F238E27FC236}">
                  <a16:creationId xmlns:a16="http://schemas.microsoft.com/office/drawing/2014/main" id="{67B667E6-37E0-4438-B08B-37CD6DC2243C}"/>
                </a:ext>
              </a:extLst>
            </p:cNvPr>
            <p:cNvSpPr/>
            <p:nvPr/>
          </p:nvSpPr>
          <p:spPr>
            <a:xfrm>
              <a:off x="50393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_k78">
              <a:extLst>
                <a:ext uri="{FF2B5EF4-FFF2-40B4-BE49-F238E27FC236}">
                  <a16:creationId xmlns:a16="http://schemas.microsoft.com/office/drawing/2014/main" id="{8D4E5A01-C967-4ED2-BC84-057450176B84}"/>
                </a:ext>
              </a:extLst>
            </p:cNvPr>
            <p:cNvSpPr/>
            <p:nvPr/>
          </p:nvSpPr>
          <p:spPr>
            <a:xfrm>
              <a:off x="52654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_k79">
              <a:extLst>
                <a:ext uri="{FF2B5EF4-FFF2-40B4-BE49-F238E27FC236}">
                  <a16:creationId xmlns:a16="http://schemas.microsoft.com/office/drawing/2014/main" id="{8423D6D2-2896-42EA-9BE4-C820196297A2}"/>
                </a:ext>
              </a:extLst>
            </p:cNvPr>
            <p:cNvSpPr/>
            <p:nvPr/>
          </p:nvSpPr>
          <p:spPr>
            <a:xfrm>
              <a:off x="54914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_k80">
              <a:extLst>
                <a:ext uri="{FF2B5EF4-FFF2-40B4-BE49-F238E27FC236}">
                  <a16:creationId xmlns:a16="http://schemas.microsoft.com/office/drawing/2014/main" id="{28C690CC-DB98-45E2-8734-93DA5A5C2C66}"/>
                </a:ext>
              </a:extLst>
            </p:cNvPr>
            <p:cNvSpPr/>
            <p:nvPr/>
          </p:nvSpPr>
          <p:spPr>
            <a:xfrm>
              <a:off x="57175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_k81">
              <a:extLst>
                <a:ext uri="{FF2B5EF4-FFF2-40B4-BE49-F238E27FC236}">
                  <a16:creationId xmlns:a16="http://schemas.microsoft.com/office/drawing/2014/main" id="{9053636E-9F2A-433E-9538-B62AF5E1E53B}"/>
                </a:ext>
              </a:extLst>
            </p:cNvPr>
            <p:cNvSpPr/>
            <p:nvPr/>
          </p:nvSpPr>
          <p:spPr>
            <a:xfrm>
              <a:off x="59436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_k82">
              <a:extLst>
                <a:ext uri="{FF2B5EF4-FFF2-40B4-BE49-F238E27FC236}">
                  <a16:creationId xmlns:a16="http://schemas.microsoft.com/office/drawing/2014/main" id="{12E46955-4405-4A8D-9538-F695E692DB96}"/>
                </a:ext>
              </a:extLst>
            </p:cNvPr>
            <p:cNvSpPr/>
            <p:nvPr/>
          </p:nvSpPr>
          <p:spPr>
            <a:xfrm>
              <a:off x="61696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_k83">
              <a:extLst>
                <a:ext uri="{FF2B5EF4-FFF2-40B4-BE49-F238E27FC236}">
                  <a16:creationId xmlns:a16="http://schemas.microsoft.com/office/drawing/2014/main" id="{330F17D9-AACC-4EAA-9C02-F7514F6FC8EF}"/>
                </a:ext>
              </a:extLst>
            </p:cNvPr>
            <p:cNvSpPr/>
            <p:nvPr/>
          </p:nvSpPr>
          <p:spPr>
            <a:xfrm>
              <a:off x="63957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_k84">
              <a:extLst>
                <a:ext uri="{FF2B5EF4-FFF2-40B4-BE49-F238E27FC236}">
                  <a16:creationId xmlns:a16="http://schemas.microsoft.com/office/drawing/2014/main" id="{CDEA362F-FF68-49EC-A3D3-8C7129B7D1A5}"/>
                </a:ext>
              </a:extLst>
            </p:cNvPr>
            <p:cNvSpPr/>
            <p:nvPr/>
          </p:nvSpPr>
          <p:spPr>
            <a:xfrm>
              <a:off x="66217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_k85">
              <a:extLst>
                <a:ext uri="{FF2B5EF4-FFF2-40B4-BE49-F238E27FC236}">
                  <a16:creationId xmlns:a16="http://schemas.microsoft.com/office/drawing/2014/main" id="{2777075E-0C46-4B2C-9E72-354676DF69FE}"/>
                </a:ext>
              </a:extLst>
            </p:cNvPr>
            <p:cNvSpPr/>
            <p:nvPr/>
          </p:nvSpPr>
          <p:spPr>
            <a:xfrm>
              <a:off x="68478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_k86">
              <a:extLst>
                <a:ext uri="{FF2B5EF4-FFF2-40B4-BE49-F238E27FC236}">
                  <a16:creationId xmlns:a16="http://schemas.microsoft.com/office/drawing/2014/main" id="{9EC49F7A-0AFA-494B-A0B0-0F4E98F26D72}"/>
                </a:ext>
              </a:extLst>
            </p:cNvPr>
            <p:cNvSpPr/>
            <p:nvPr/>
          </p:nvSpPr>
          <p:spPr>
            <a:xfrm>
              <a:off x="707390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_k87">
              <a:extLst>
                <a:ext uri="{FF2B5EF4-FFF2-40B4-BE49-F238E27FC236}">
                  <a16:creationId xmlns:a16="http://schemas.microsoft.com/office/drawing/2014/main" id="{BC43C21E-78BA-4C6B-87B9-B283CDFA3E89}"/>
                </a:ext>
              </a:extLst>
            </p:cNvPr>
            <p:cNvSpPr/>
            <p:nvPr/>
          </p:nvSpPr>
          <p:spPr>
            <a:xfrm>
              <a:off x="729996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_k88">
              <a:extLst>
                <a:ext uri="{FF2B5EF4-FFF2-40B4-BE49-F238E27FC236}">
                  <a16:creationId xmlns:a16="http://schemas.microsoft.com/office/drawing/2014/main" id="{0DF4C2E7-AA02-404D-B2EE-35438F8EE77F}"/>
                </a:ext>
              </a:extLst>
            </p:cNvPr>
            <p:cNvSpPr/>
            <p:nvPr/>
          </p:nvSpPr>
          <p:spPr>
            <a:xfrm>
              <a:off x="752602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_k89">
              <a:extLst>
                <a:ext uri="{FF2B5EF4-FFF2-40B4-BE49-F238E27FC236}">
                  <a16:creationId xmlns:a16="http://schemas.microsoft.com/office/drawing/2014/main" id="{3F2A34BB-0D19-4BBE-9011-C9377FCD9DDA}"/>
                </a:ext>
              </a:extLst>
            </p:cNvPr>
            <p:cNvSpPr/>
            <p:nvPr/>
          </p:nvSpPr>
          <p:spPr>
            <a:xfrm>
              <a:off x="775208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_k90">
              <a:extLst>
                <a:ext uri="{FF2B5EF4-FFF2-40B4-BE49-F238E27FC236}">
                  <a16:creationId xmlns:a16="http://schemas.microsoft.com/office/drawing/2014/main" id="{817EB08B-814E-45B6-ADCB-0FF88A801789}"/>
                </a:ext>
              </a:extLst>
            </p:cNvPr>
            <p:cNvSpPr/>
            <p:nvPr/>
          </p:nvSpPr>
          <p:spPr>
            <a:xfrm>
              <a:off x="7978140" y="30835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2" name="!!m28_row3">
            <a:extLst>
              <a:ext uri="{FF2B5EF4-FFF2-40B4-BE49-F238E27FC236}">
                <a16:creationId xmlns:a16="http://schemas.microsoft.com/office/drawing/2014/main" id="{B29F8B70-324B-410C-A34B-29A38E8D6644}"/>
              </a:ext>
            </a:extLst>
          </p:cNvPr>
          <p:cNvGrpSpPr/>
          <p:nvPr/>
        </p:nvGrpSpPr>
        <p:grpSpPr>
          <a:xfrm>
            <a:off x="1422400" y="3266440"/>
            <a:ext cx="6682740" cy="127000"/>
            <a:chOff x="1422400" y="3266440"/>
            <a:chExt cx="6682740" cy="127000"/>
          </a:xfrm>
        </p:grpSpPr>
        <p:sp>
          <p:nvSpPr>
            <p:cNvPr id="122" name="_k91">
              <a:extLst>
                <a:ext uri="{FF2B5EF4-FFF2-40B4-BE49-F238E27FC236}">
                  <a16:creationId xmlns:a16="http://schemas.microsoft.com/office/drawing/2014/main" id="{8978A6AF-B824-4463-B41D-F027C6D47159}"/>
                </a:ext>
              </a:extLst>
            </p:cNvPr>
            <p:cNvSpPr/>
            <p:nvPr/>
          </p:nvSpPr>
          <p:spPr>
            <a:xfrm>
              <a:off x="14224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_k92">
              <a:extLst>
                <a:ext uri="{FF2B5EF4-FFF2-40B4-BE49-F238E27FC236}">
                  <a16:creationId xmlns:a16="http://schemas.microsoft.com/office/drawing/2014/main" id="{7600F42D-2951-4C08-B495-44754C6EE4F2}"/>
                </a:ext>
              </a:extLst>
            </p:cNvPr>
            <p:cNvSpPr/>
            <p:nvPr/>
          </p:nvSpPr>
          <p:spPr>
            <a:xfrm>
              <a:off x="16484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_k93">
              <a:extLst>
                <a:ext uri="{FF2B5EF4-FFF2-40B4-BE49-F238E27FC236}">
                  <a16:creationId xmlns:a16="http://schemas.microsoft.com/office/drawing/2014/main" id="{4EFA0AAB-DEBE-45E2-9CE6-AA412CA600FC}"/>
                </a:ext>
              </a:extLst>
            </p:cNvPr>
            <p:cNvSpPr/>
            <p:nvPr/>
          </p:nvSpPr>
          <p:spPr>
            <a:xfrm>
              <a:off x="18745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_k94">
              <a:extLst>
                <a:ext uri="{FF2B5EF4-FFF2-40B4-BE49-F238E27FC236}">
                  <a16:creationId xmlns:a16="http://schemas.microsoft.com/office/drawing/2014/main" id="{462EEAAC-153F-44BC-8C72-EA233B0A5059}"/>
                </a:ext>
              </a:extLst>
            </p:cNvPr>
            <p:cNvSpPr/>
            <p:nvPr/>
          </p:nvSpPr>
          <p:spPr>
            <a:xfrm>
              <a:off x="21005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_k95">
              <a:extLst>
                <a:ext uri="{FF2B5EF4-FFF2-40B4-BE49-F238E27FC236}">
                  <a16:creationId xmlns:a16="http://schemas.microsoft.com/office/drawing/2014/main" id="{CF449998-A80C-427C-9C45-D0FC877FD9AC}"/>
                </a:ext>
              </a:extLst>
            </p:cNvPr>
            <p:cNvSpPr/>
            <p:nvPr/>
          </p:nvSpPr>
          <p:spPr>
            <a:xfrm>
              <a:off x="23266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_k96">
              <a:extLst>
                <a:ext uri="{FF2B5EF4-FFF2-40B4-BE49-F238E27FC236}">
                  <a16:creationId xmlns:a16="http://schemas.microsoft.com/office/drawing/2014/main" id="{207A39DB-2E3F-4006-B5DA-6008F5826521}"/>
                </a:ext>
              </a:extLst>
            </p:cNvPr>
            <p:cNvSpPr/>
            <p:nvPr/>
          </p:nvSpPr>
          <p:spPr>
            <a:xfrm>
              <a:off x="25527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_k97">
              <a:extLst>
                <a:ext uri="{FF2B5EF4-FFF2-40B4-BE49-F238E27FC236}">
                  <a16:creationId xmlns:a16="http://schemas.microsoft.com/office/drawing/2014/main" id="{DB4F1661-65C1-403D-8A2C-44EFE804BBE1}"/>
                </a:ext>
              </a:extLst>
            </p:cNvPr>
            <p:cNvSpPr/>
            <p:nvPr/>
          </p:nvSpPr>
          <p:spPr>
            <a:xfrm>
              <a:off x="27787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_k98">
              <a:extLst>
                <a:ext uri="{FF2B5EF4-FFF2-40B4-BE49-F238E27FC236}">
                  <a16:creationId xmlns:a16="http://schemas.microsoft.com/office/drawing/2014/main" id="{3059D9CF-01A4-4C6D-8AD8-551D950C68DC}"/>
                </a:ext>
              </a:extLst>
            </p:cNvPr>
            <p:cNvSpPr/>
            <p:nvPr/>
          </p:nvSpPr>
          <p:spPr>
            <a:xfrm>
              <a:off x="30048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_k99">
              <a:extLst>
                <a:ext uri="{FF2B5EF4-FFF2-40B4-BE49-F238E27FC236}">
                  <a16:creationId xmlns:a16="http://schemas.microsoft.com/office/drawing/2014/main" id="{386E60C0-D5B1-4272-874E-160A822FB6BC}"/>
                </a:ext>
              </a:extLst>
            </p:cNvPr>
            <p:cNvSpPr/>
            <p:nvPr/>
          </p:nvSpPr>
          <p:spPr>
            <a:xfrm>
              <a:off x="32308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_k100">
              <a:extLst>
                <a:ext uri="{FF2B5EF4-FFF2-40B4-BE49-F238E27FC236}">
                  <a16:creationId xmlns:a16="http://schemas.microsoft.com/office/drawing/2014/main" id="{EC33D551-14AD-47BF-935B-DD9244BD058B}"/>
                </a:ext>
              </a:extLst>
            </p:cNvPr>
            <p:cNvSpPr/>
            <p:nvPr/>
          </p:nvSpPr>
          <p:spPr>
            <a:xfrm>
              <a:off x="34569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_k101">
              <a:extLst>
                <a:ext uri="{FF2B5EF4-FFF2-40B4-BE49-F238E27FC236}">
                  <a16:creationId xmlns:a16="http://schemas.microsoft.com/office/drawing/2014/main" id="{7E3B65D9-7015-4F50-9B3A-00F70CC88A38}"/>
                </a:ext>
              </a:extLst>
            </p:cNvPr>
            <p:cNvSpPr/>
            <p:nvPr/>
          </p:nvSpPr>
          <p:spPr>
            <a:xfrm>
              <a:off x="36830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_k102">
              <a:extLst>
                <a:ext uri="{FF2B5EF4-FFF2-40B4-BE49-F238E27FC236}">
                  <a16:creationId xmlns:a16="http://schemas.microsoft.com/office/drawing/2014/main" id="{DA4FD879-1F5C-4B49-8838-CBEC1FED0295}"/>
                </a:ext>
              </a:extLst>
            </p:cNvPr>
            <p:cNvSpPr/>
            <p:nvPr/>
          </p:nvSpPr>
          <p:spPr>
            <a:xfrm>
              <a:off x="39090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4" name="_k103">
              <a:extLst>
                <a:ext uri="{FF2B5EF4-FFF2-40B4-BE49-F238E27FC236}">
                  <a16:creationId xmlns:a16="http://schemas.microsoft.com/office/drawing/2014/main" id="{94F5A3B0-583F-4BE7-B69C-DAC19385B383}"/>
                </a:ext>
              </a:extLst>
            </p:cNvPr>
            <p:cNvSpPr/>
            <p:nvPr/>
          </p:nvSpPr>
          <p:spPr>
            <a:xfrm>
              <a:off x="41351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_k104">
              <a:extLst>
                <a:ext uri="{FF2B5EF4-FFF2-40B4-BE49-F238E27FC236}">
                  <a16:creationId xmlns:a16="http://schemas.microsoft.com/office/drawing/2014/main" id="{92C6D698-5A5F-4F77-9715-C36086F8FDA5}"/>
                </a:ext>
              </a:extLst>
            </p:cNvPr>
            <p:cNvSpPr/>
            <p:nvPr/>
          </p:nvSpPr>
          <p:spPr>
            <a:xfrm>
              <a:off x="43611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_k105">
              <a:extLst>
                <a:ext uri="{FF2B5EF4-FFF2-40B4-BE49-F238E27FC236}">
                  <a16:creationId xmlns:a16="http://schemas.microsoft.com/office/drawing/2014/main" id="{FD358654-5654-46FA-AC7E-D5C830D4D322}"/>
                </a:ext>
              </a:extLst>
            </p:cNvPr>
            <p:cNvSpPr/>
            <p:nvPr/>
          </p:nvSpPr>
          <p:spPr>
            <a:xfrm>
              <a:off x="45872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_k106">
              <a:extLst>
                <a:ext uri="{FF2B5EF4-FFF2-40B4-BE49-F238E27FC236}">
                  <a16:creationId xmlns:a16="http://schemas.microsoft.com/office/drawing/2014/main" id="{80E58368-319B-4D91-9BAA-25CEB236A09F}"/>
                </a:ext>
              </a:extLst>
            </p:cNvPr>
            <p:cNvSpPr/>
            <p:nvPr/>
          </p:nvSpPr>
          <p:spPr>
            <a:xfrm>
              <a:off x="48133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_k107">
              <a:extLst>
                <a:ext uri="{FF2B5EF4-FFF2-40B4-BE49-F238E27FC236}">
                  <a16:creationId xmlns:a16="http://schemas.microsoft.com/office/drawing/2014/main" id="{13A9E618-CD15-4AFD-A92E-B6916940677B}"/>
                </a:ext>
              </a:extLst>
            </p:cNvPr>
            <p:cNvSpPr/>
            <p:nvPr/>
          </p:nvSpPr>
          <p:spPr>
            <a:xfrm>
              <a:off x="50393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_k108">
              <a:extLst>
                <a:ext uri="{FF2B5EF4-FFF2-40B4-BE49-F238E27FC236}">
                  <a16:creationId xmlns:a16="http://schemas.microsoft.com/office/drawing/2014/main" id="{06CB9EBF-C970-4DCA-A219-0848656763F4}"/>
                </a:ext>
              </a:extLst>
            </p:cNvPr>
            <p:cNvSpPr/>
            <p:nvPr/>
          </p:nvSpPr>
          <p:spPr>
            <a:xfrm>
              <a:off x="52654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_k109">
              <a:extLst>
                <a:ext uri="{FF2B5EF4-FFF2-40B4-BE49-F238E27FC236}">
                  <a16:creationId xmlns:a16="http://schemas.microsoft.com/office/drawing/2014/main" id="{42CE1EC6-9E34-4C60-89E6-C0EB78CAF612}"/>
                </a:ext>
              </a:extLst>
            </p:cNvPr>
            <p:cNvSpPr/>
            <p:nvPr/>
          </p:nvSpPr>
          <p:spPr>
            <a:xfrm>
              <a:off x="54914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_k110">
              <a:extLst>
                <a:ext uri="{FF2B5EF4-FFF2-40B4-BE49-F238E27FC236}">
                  <a16:creationId xmlns:a16="http://schemas.microsoft.com/office/drawing/2014/main" id="{84C17B98-F270-49A6-A1A1-23A590119EA6}"/>
                </a:ext>
              </a:extLst>
            </p:cNvPr>
            <p:cNvSpPr/>
            <p:nvPr/>
          </p:nvSpPr>
          <p:spPr>
            <a:xfrm>
              <a:off x="57175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_k111">
              <a:extLst>
                <a:ext uri="{FF2B5EF4-FFF2-40B4-BE49-F238E27FC236}">
                  <a16:creationId xmlns:a16="http://schemas.microsoft.com/office/drawing/2014/main" id="{B1A3276E-3795-4825-93E4-4BFE7F4AE350}"/>
                </a:ext>
              </a:extLst>
            </p:cNvPr>
            <p:cNvSpPr/>
            <p:nvPr/>
          </p:nvSpPr>
          <p:spPr>
            <a:xfrm>
              <a:off x="59436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_k112">
              <a:extLst>
                <a:ext uri="{FF2B5EF4-FFF2-40B4-BE49-F238E27FC236}">
                  <a16:creationId xmlns:a16="http://schemas.microsoft.com/office/drawing/2014/main" id="{A7CD8E33-DFCF-4584-AC55-F927E913139D}"/>
                </a:ext>
              </a:extLst>
            </p:cNvPr>
            <p:cNvSpPr/>
            <p:nvPr/>
          </p:nvSpPr>
          <p:spPr>
            <a:xfrm>
              <a:off x="61696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_k113">
              <a:extLst>
                <a:ext uri="{FF2B5EF4-FFF2-40B4-BE49-F238E27FC236}">
                  <a16:creationId xmlns:a16="http://schemas.microsoft.com/office/drawing/2014/main" id="{BFB10B17-149F-4F2D-8495-220C588049DA}"/>
                </a:ext>
              </a:extLst>
            </p:cNvPr>
            <p:cNvSpPr/>
            <p:nvPr/>
          </p:nvSpPr>
          <p:spPr>
            <a:xfrm>
              <a:off x="63957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_k114">
              <a:extLst>
                <a:ext uri="{FF2B5EF4-FFF2-40B4-BE49-F238E27FC236}">
                  <a16:creationId xmlns:a16="http://schemas.microsoft.com/office/drawing/2014/main" id="{A65849EE-C76D-4B6E-BDE1-AF1AE286A7EE}"/>
                </a:ext>
              </a:extLst>
            </p:cNvPr>
            <p:cNvSpPr/>
            <p:nvPr/>
          </p:nvSpPr>
          <p:spPr>
            <a:xfrm>
              <a:off x="66217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_k115">
              <a:extLst>
                <a:ext uri="{FF2B5EF4-FFF2-40B4-BE49-F238E27FC236}">
                  <a16:creationId xmlns:a16="http://schemas.microsoft.com/office/drawing/2014/main" id="{32B2A8FF-F6B5-4020-B516-01266AFF2B75}"/>
                </a:ext>
              </a:extLst>
            </p:cNvPr>
            <p:cNvSpPr/>
            <p:nvPr/>
          </p:nvSpPr>
          <p:spPr>
            <a:xfrm>
              <a:off x="68478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_k116">
              <a:extLst>
                <a:ext uri="{FF2B5EF4-FFF2-40B4-BE49-F238E27FC236}">
                  <a16:creationId xmlns:a16="http://schemas.microsoft.com/office/drawing/2014/main" id="{BEA57249-9C08-4922-BDC3-305960A38010}"/>
                </a:ext>
              </a:extLst>
            </p:cNvPr>
            <p:cNvSpPr/>
            <p:nvPr/>
          </p:nvSpPr>
          <p:spPr>
            <a:xfrm>
              <a:off x="707390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_k117">
              <a:extLst>
                <a:ext uri="{FF2B5EF4-FFF2-40B4-BE49-F238E27FC236}">
                  <a16:creationId xmlns:a16="http://schemas.microsoft.com/office/drawing/2014/main" id="{D3453B92-E25B-4E6C-824C-535255516DEC}"/>
                </a:ext>
              </a:extLst>
            </p:cNvPr>
            <p:cNvSpPr/>
            <p:nvPr/>
          </p:nvSpPr>
          <p:spPr>
            <a:xfrm>
              <a:off x="729996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_k118">
              <a:extLst>
                <a:ext uri="{FF2B5EF4-FFF2-40B4-BE49-F238E27FC236}">
                  <a16:creationId xmlns:a16="http://schemas.microsoft.com/office/drawing/2014/main" id="{3058A948-B8B4-4A28-99F4-67A25B292E10}"/>
                </a:ext>
              </a:extLst>
            </p:cNvPr>
            <p:cNvSpPr/>
            <p:nvPr/>
          </p:nvSpPr>
          <p:spPr>
            <a:xfrm>
              <a:off x="752602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_k119">
              <a:extLst>
                <a:ext uri="{FF2B5EF4-FFF2-40B4-BE49-F238E27FC236}">
                  <a16:creationId xmlns:a16="http://schemas.microsoft.com/office/drawing/2014/main" id="{7AF84D8D-367D-455A-864C-4D970511694A}"/>
                </a:ext>
              </a:extLst>
            </p:cNvPr>
            <p:cNvSpPr/>
            <p:nvPr/>
          </p:nvSpPr>
          <p:spPr>
            <a:xfrm>
              <a:off x="775208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_k120">
              <a:extLst>
                <a:ext uri="{FF2B5EF4-FFF2-40B4-BE49-F238E27FC236}">
                  <a16:creationId xmlns:a16="http://schemas.microsoft.com/office/drawing/2014/main" id="{AEABC9BC-250C-4B9C-A77A-767B5F0E5FB4}"/>
                </a:ext>
              </a:extLst>
            </p:cNvPr>
            <p:cNvSpPr/>
            <p:nvPr/>
          </p:nvSpPr>
          <p:spPr>
            <a:xfrm>
              <a:off x="7978140" y="32664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3" name="!!m28_row4">
            <a:extLst>
              <a:ext uri="{FF2B5EF4-FFF2-40B4-BE49-F238E27FC236}">
                <a16:creationId xmlns:a16="http://schemas.microsoft.com/office/drawing/2014/main" id="{87A63551-2630-4727-AD42-E2404A9154C8}"/>
              </a:ext>
            </a:extLst>
          </p:cNvPr>
          <p:cNvGrpSpPr/>
          <p:nvPr/>
        </p:nvGrpSpPr>
        <p:grpSpPr>
          <a:xfrm>
            <a:off x="1422400" y="3449320"/>
            <a:ext cx="6682740" cy="127000"/>
            <a:chOff x="1422400" y="3449320"/>
            <a:chExt cx="6682740" cy="127000"/>
          </a:xfrm>
        </p:grpSpPr>
        <p:sp>
          <p:nvSpPr>
            <p:cNvPr id="153" name="_k121">
              <a:extLst>
                <a:ext uri="{FF2B5EF4-FFF2-40B4-BE49-F238E27FC236}">
                  <a16:creationId xmlns:a16="http://schemas.microsoft.com/office/drawing/2014/main" id="{74EEE00E-C6C8-4BD4-A102-612876D83422}"/>
                </a:ext>
              </a:extLst>
            </p:cNvPr>
            <p:cNvSpPr/>
            <p:nvPr/>
          </p:nvSpPr>
          <p:spPr>
            <a:xfrm>
              <a:off x="14224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_k122">
              <a:extLst>
                <a:ext uri="{FF2B5EF4-FFF2-40B4-BE49-F238E27FC236}">
                  <a16:creationId xmlns:a16="http://schemas.microsoft.com/office/drawing/2014/main" id="{1D5A098F-005D-4662-84A6-CFC9314FA5BD}"/>
                </a:ext>
              </a:extLst>
            </p:cNvPr>
            <p:cNvSpPr/>
            <p:nvPr/>
          </p:nvSpPr>
          <p:spPr>
            <a:xfrm>
              <a:off x="16484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5" name="_k123">
              <a:extLst>
                <a:ext uri="{FF2B5EF4-FFF2-40B4-BE49-F238E27FC236}">
                  <a16:creationId xmlns:a16="http://schemas.microsoft.com/office/drawing/2014/main" id="{9B0ECB8D-2600-4442-ABEC-30126B5BF136}"/>
                </a:ext>
              </a:extLst>
            </p:cNvPr>
            <p:cNvSpPr/>
            <p:nvPr/>
          </p:nvSpPr>
          <p:spPr>
            <a:xfrm>
              <a:off x="18745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_k124">
              <a:extLst>
                <a:ext uri="{FF2B5EF4-FFF2-40B4-BE49-F238E27FC236}">
                  <a16:creationId xmlns:a16="http://schemas.microsoft.com/office/drawing/2014/main" id="{29BAFDD2-9359-43CA-8512-CDA72F5E8891}"/>
                </a:ext>
              </a:extLst>
            </p:cNvPr>
            <p:cNvSpPr/>
            <p:nvPr/>
          </p:nvSpPr>
          <p:spPr>
            <a:xfrm>
              <a:off x="21005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_k125">
              <a:extLst>
                <a:ext uri="{FF2B5EF4-FFF2-40B4-BE49-F238E27FC236}">
                  <a16:creationId xmlns:a16="http://schemas.microsoft.com/office/drawing/2014/main" id="{D7D5FA90-8988-4284-9B8B-5B84FB96CDAA}"/>
                </a:ext>
              </a:extLst>
            </p:cNvPr>
            <p:cNvSpPr/>
            <p:nvPr/>
          </p:nvSpPr>
          <p:spPr>
            <a:xfrm>
              <a:off x="23266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_k126">
              <a:extLst>
                <a:ext uri="{FF2B5EF4-FFF2-40B4-BE49-F238E27FC236}">
                  <a16:creationId xmlns:a16="http://schemas.microsoft.com/office/drawing/2014/main" id="{1AD5413A-7B5E-4E38-A47C-9344628BDB72}"/>
                </a:ext>
              </a:extLst>
            </p:cNvPr>
            <p:cNvSpPr/>
            <p:nvPr/>
          </p:nvSpPr>
          <p:spPr>
            <a:xfrm>
              <a:off x="25527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_k127">
              <a:extLst>
                <a:ext uri="{FF2B5EF4-FFF2-40B4-BE49-F238E27FC236}">
                  <a16:creationId xmlns:a16="http://schemas.microsoft.com/office/drawing/2014/main" id="{5421BA39-55E0-474F-84BE-A7E6DCA899FD}"/>
                </a:ext>
              </a:extLst>
            </p:cNvPr>
            <p:cNvSpPr/>
            <p:nvPr/>
          </p:nvSpPr>
          <p:spPr>
            <a:xfrm>
              <a:off x="27787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_k128">
              <a:extLst>
                <a:ext uri="{FF2B5EF4-FFF2-40B4-BE49-F238E27FC236}">
                  <a16:creationId xmlns:a16="http://schemas.microsoft.com/office/drawing/2014/main" id="{E5358521-B230-4841-A426-0B7E01E6EC8A}"/>
                </a:ext>
              </a:extLst>
            </p:cNvPr>
            <p:cNvSpPr/>
            <p:nvPr/>
          </p:nvSpPr>
          <p:spPr>
            <a:xfrm>
              <a:off x="30048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_k129">
              <a:extLst>
                <a:ext uri="{FF2B5EF4-FFF2-40B4-BE49-F238E27FC236}">
                  <a16:creationId xmlns:a16="http://schemas.microsoft.com/office/drawing/2014/main" id="{9ECC3E0D-E7DD-4B1E-9E72-F879C203036F}"/>
                </a:ext>
              </a:extLst>
            </p:cNvPr>
            <p:cNvSpPr/>
            <p:nvPr/>
          </p:nvSpPr>
          <p:spPr>
            <a:xfrm>
              <a:off x="32308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_k130">
              <a:extLst>
                <a:ext uri="{FF2B5EF4-FFF2-40B4-BE49-F238E27FC236}">
                  <a16:creationId xmlns:a16="http://schemas.microsoft.com/office/drawing/2014/main" id="{6AEB51A9-27BB-43CC-8050-37D1D7D48B5A}"/>
                </a:ext>
              </a:extLst>
            </p:cNvPr>
            <p:cNvSpPr/>
            <p:nvPr/>
          </p:nvSpPr>
          <p:spPr>
            <a:xfrm>
              <a:off x="34569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_k131">
              <a:extLst>
                <a:ext uri="{FF2B5EF4-FFF2-40B4-BE49-F238E27FC236}">
                  <a16:creationId xmlns:a16="http://schemas.microsoft.com/office/drawing/2014/main" id="{BBF8DE23-A873-4FCE-8CFD-B59385BA13DF}"/>
                </a:ext>
              </a:extLst>
            </p:cNvPr>
            <p:cNvSpPr/>
            <p:nvPr/>
          </p:nvSpPr>
          <p:spPr>
            <a:xfrm>
              <a:off x="36830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_k132">
              <a:extLst>
                <a:ext uri="{FF2B5EF4-FFF2-40B4-BE49-F238E27FC236}">
                  <a16:creationId xmlns:a16="http://schemas.microsoft.com/office/drawing/2014/main" id="{2B35C91C-11F7-4053-8C8E-56A14843AC28}"/>
                </a:ext>
              </a:extLst>
            </p:cNvPr>
            <p:cNvSpPr/>
            <p:nvPr/>
          </p:nvSpPr>
          <p:spPr>
            <a:xfrm>
              <a:off x="39090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_k133">
              <a:extLst>
                <a:ext uri="{FF2B5EF4-FFF2-40B4-BE49-F238E27FC236}">
                  <a16:creationId xmlns:a16="http://schemas.microsoft.com/office/drawing/2014/main" id="{7CFC2737-D7BC-4546-A074-C089240028B3}"/>
                </a:ext>
              </a:extLst>
            </p:cNvPr>
            <p:cNvSpPr/>
            <p:nvPr/>
          </p:nvSpPr>
          <p:spPr>
            <a:xfrm>
              <a:off x="41351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_k134">
              <a:extLst>
                <a:ext uri="{FF2B5EF4-FFF2-40B4-BE49-F238E27FC236}">
                  <a16:creationId xmlns:a16="http://schemas.microsoft.com/office/drawing/2014/main" id="{624289C6-7557-460F-8D60-821DF70DB7DA}"/>
                </a:ext>
              </a:extLst>
            </p:cNvPr>
            <p:cNvSpPr/>
            <p:nvPr/>
          </p:nvSpPr>
          <p:spPr>
            <a:xfrm>
              <a:off x="43611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7" name="_k135">
              <a:extLst>
                <a:ext uri="{FF2B5EF4-FFF2-40B4-BE49-F238E27FC236}">
                  <a16:creationId xmlns:a16="http://schemas.microsoft.com/office/drawing/2014/main" id="{4A1C5F32-E534-44D3-929C-70F522CC0E99}"/>
                </a:ext>
              </a:extLst>
            </p:cNvPr>
            <p:cNvSpPr/>
            <p:nvPr/>
          </p:nvSpPr>
          <p:spPr>
            <a:xfrm>
              <a:off x="45872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_k136">
              <a:extLst>
                <a:ext uri="{FF2B5EF4-FFF2-40B4-BE49-F238E27FC236}">
                  <a16:creationId xmlns:a16="http://schemas.microsoft.com/office/drawing/2014/main" id="{D243B7D1-17D7-4B93-9B87-701DE63331BD}"/>
                </a:ext>
              </a:extLst>
            </p:cNvPr>
            <p:cNvSpPr/>
            <p:nvPr/>
          </p:nvSpPr>
          <p:spPr>
            <a:xfrm>
              <a:off x="48133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9" name="_k137">
              <a:extLst>
                <a:ext uri="{FF2B5EF4-FFF2-40B4-BE49-F238E27FC236}">
                  <a16:creationId xmlns:a16="http://schemas.microsoft.com/office/drawing/2014/main" id="{966F0722-DA15-49BC-97B8-73215EE12E1D}"/>
                </a:ext>
              </a:extLst>
            </p:cNvPr>
            <p:cNvSpPr/>
            <p:nvPr/>
          </p:nvSpPr>
          <p:spPr>
            <a:xfrm>
              <a:off x="50393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_k138">
              <a:extLst>
                <a:ext uri="{FF2B5EF4-FFF2-40B4-BE49-F238E27FC236}">
                  <a16:creationId xmlns:a16="http://schemas.microsoft.com/office/drawing/2014/main" id="{9BAAE421-8FC8-42FF-9C87-52458F13955B}"/>
                </a:ext>
              </a:extLst>
            </p:cNvPr>
            <p:cNvSpPr/>
            <p:nvPr/>
          </p:nvSpPr>
          <p:spPr>
            <a:xfrm>
              <a:off x="52654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_k139">
              <a:extLst>
                <a:ext uri="{FF2B5EF4-FFF2-40B4-BE49-F238E27FC236}">
                  <a16:creationId xmlns:a16="http://schemas.microsoft.com/office/drawing/2014/main" id="{A0624AAF-44E1-4DBA-91DD-033D5235D6E1}"/>
                </a:ext>
              </a:extLst>
            </p:cNvPr>
            <p:cNvSpPr/>
            <p:nvPr/>
          </p:nvSpPr>
          <p:spPr>
            <a:xfrm>
              <a:off x="54914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_k140">
              <a:extLst>
                <a:ext uri="{FF2B5EF4-FFF2-40B4-BE49-F238E27FC236}">
                  <a16:creationId xmlns:a16="http://schemas.microsoft.com/office/drawing/2014/main" id="{2580BB6D-6063-4589-9AEA-E04335417CDD}"/>
                </a:ext>
              </a:extLst>
            </p:cNvPr>
            <p:cNvSpPr/>
            <p:nvPr/>
          </p:nvSpPr>
          <p:spPr>
            <a:xfrm>
              <a:off x="57175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_k141">
              <a:extLst>
                <a:ext uri="{FF2B5EF4-FFF2-40B4-BE49-F238E27FC236}">
                  <a16:creationId xmlns:a16="http://schemas.microsoft.com/office/drawing/2014/main" id="{2FCE12B5-4297-45C0-8ACA-015EDC79125D}"/>
                </a:ext>
              </a:extLst>
            </p:cNvPr>
            <p:cNvSpPr/>
            <p:nvPr/>
          </p:nvSpPr>
          <p:spPr>
            <a:xfrm>
              <a:off x="59436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_k142">
              <a:extLst>
                <a:ext uri="{FF2B5EF4-FFF2-40B4-BE49-F238E27FC236}">
                  <a16:creationId xmlns:a16="http://schemas.microsoft.com/office/drawing/2014/main" id="{7B430D1D-5185-4C73-8C21-38A1161C4124}"/>
                </a:ext>
              </a:extLst>
            </p:cNvPr>
            <p:cNvSpPr/>
            <p:nvPr/>
          </p:nvSpPr>
          <p:spPr>
            <a:xfrm>
              <a:off x="61696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_k143">
              <a:extLst>
                <a:ext uri="{FF2B5EF4-FFF2-40B4-BE49-F238E27FC236}">
                  <a16:creationId xmlns:a16="http://schemas.microsoft.com/office/drawing/2014/main" id="{899953F6-69D3-4E01-AB83-4501ED941075}"/>
                </a:ext>
              </a:extLst>
            </p:cNvPr>
            <p:cNvSpPr/>
            <p:nvPr/>
          </p:nvSpPr>
          <p:spPr>
            <a:xfrm>
              <a:off x="63957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_k144">
              <a:extLst>
                <a:ext uri="{FF2B5EF4-FFF2-40B4-BE49-F238E27FC236}">
                  <a16:creationId xmlns:a16="http://schemas.microsoft.com/office/drawing/2014/main" id="{ED24B676-43F5-4E2F-93F5-5A57FB4797E3}"/>
                </a:ext>
              </a:extLst>
            </p:cNvPr>
            <p:cNvSpPr/>
            <p:nvPr/>
          </p:nvSpPr>
          <p:spPr>
            <a:xfrm>
              <a:off x="66217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_k145">
              <a:extLst>
                <a:ext uri="{FF2B5EF4-FFF2-40B4-BE49-F238E27FC236}">
                  <a16:creationId xmlns:a16="http://schemas.microsoft.com/office/drawing/2014/main" id="{950213DB-1921-4FE3-96CF-5712FCFD85FD}"/>
                </a:ext>
              </a:extLst>
            </p:cNvPr>
            <p:cNvSpPr/>
            <p:nvPr/>
          </p:nvSpPr>
          <p:spPr>
            <a:xfrm>
              <a:off x="68478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_k146">
              <a:extLst>
                <a:ext uri="{FF2B5EF4-FFF2-40B4-BE49-F238E27FC236}">
                  <a16:creationId xmlns:a16="http://schemas.microsoft.com/office/drawing/2014/main" id="{924502D0-8B36-4CC4-9F90-7349B1D73D68}"/>
                </a:ext>
              </a:extLst>
            </p:cNvPr>
            <p:cNvSpPr/>
            <p:nvPr/>
          </p:nvSpPr>
          <p:spPr>
            <a:xfrm>
              <a:off x="707390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_k147">
              <a:extLst>
                <a:ext uri="{FF2B5EF4-FFF2-40B4-BE49-F238E27FC236}">
                  <a16:creationId xmlns:a16="http://schemas.microsoft.com/office/drawing/2014/main" id="{1B26CC97-02BE-4065-8D90-A0E637398D78}"/>
                </a:ext>
              </a:extLst>
            </p:cNvPr>
            <p:cNvSpPr/>
            <p:nvPr/>
          </p:nvSpPr>
          <p:spPr>
            <a:xfrm>
              <a:off x="729996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_k148">
              <a:extLst>
                <a:ext uri="{FF2B5EF4-FFF2-40B4-BE49-F238E27FC236}">
                  <a16:creationId xmlns:a16="http://schemas.microsoft.com/office/drawing/2014/main" id="{2761564E-93D9-46B9-BF48-5CCB3755DE10}"/>
                </a:ext>
              </a:extLst>
            </p:cNvPr>
            <p:cNvSpPr/>
            <p:nvPr/>
          </p:nvSpPr>
          <p:spPr>
            <a:xfrm>
              <a:off x="752602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_k149">
              <a:extLst>
                <a:ext uri="{FF2B5EF4-FFF2-40B4-BE49-F238E27FC236}">
                  <a16:creationId xmlns:a16="http://schemas.microsoft.com/office/drawing/2014/main" id="{D216F643-3C3C-455D-ACF6-EC7AD77D1D3B}"/>
                </a:ext>
              </a:extLst>
            </p:cNvPr>
            <p:cNvSpPr/>
            <p:nvPr/>
          </p:nvSpPr>
          <p:spPr>
            <a:xfrm>
              <a:off x="775208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_k150">
              <a:extLst>
                <a:ext uri="{FF2B5EF4-FFF2-40B4-BE49-F238E27FC236}">
                  <a16:creationId xmlns:a16="http://schemas.microsoft.com/office/drawing/2014/main" id="{0D27F298-1732-4405-86A9-BD84B9BE43A1}"/>
                </a:ext>
              </a:extLst>
            </p:cNvPr>
            <p:cNvSpPr/>
            <p:nvPr/>
          </p:nvSpPr>
          <p:spPr>
            <a:xfrm>
              <a:off x="7978140" y="34493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4" name="!!m28_row5">
            <a:extLst>
              <a:ext uri="{FF2B5EF4-FFF2-40B4-BE49-F238E27FC236}">
                <a16:creationId xmlns:a16="http://schemas.microsoft.com/office/drawing/2014/main" id="{A0154F45-2FE2-472D-BC5D-404D00CA8E1F}"/>
              </a:ext>
            </a:extLst>
          </p:cNvPr>
          <p:cNvGrpSpPr/>
          <p:nvPr/>
        </p:nvGrpSpPr>
        <p:grpSpPr>
          <a:xfrm>
            <a:off x="1422400" y="3632200"/>
            <a:ext cx="6682740" cy="127000"/>
            <a:chOff x="1422400" y="3632200"/>
            <a:chExt cx="6682740" cy="127000"/>
          </a:xfrm>
        </p:grpSpPr>
        <p:sp>
          <p:nvSpPr>
            <p:cNvPr id="184" name="_k151">
              <a:extLst>
                <a:ext uri="{FF2B5EF4-FFF2-40B4-BE49-F238E27FC236}">
                  <a16:creationId xmlns:a16="http://schemas.microsoft.com/office/drawing/2014/main" id="{B3882931-6667-48B2-B488-FC79EB348496}"/>
                </a:ext>
              </a:extLst>
            </p:cNvPr>
            <p:cNvSpPr/>
            <p:nvPr/>
          </p:nvSpPr>
          <p:spPr>
            <a:xfrm>
              <a:off x="14224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_k152">
              <a:extLst>
                <a:ext uri="{FF2B5EF4-FFF2-40B4-BE49-F238E27FC236}">
                  <a16:creationId xmlns:a16="http://schemas.microsoft.com/office/drawing/2014/main" id="{5E2800CE-7570-42AC-80C0-EC0C13458465}"/>
                </a:ext>
              </a:extLst>
            </p:cNvPr>
            <p:cNvSpPr/>
            <p:nvPr/>
          </p:nvSpPr>
          <p:spPr>
            <a:xfrm>
              <a:off x="16484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_k153">
              <a:extLst>
                <a:ext uri="{FF2B5EF4-FFF2-40B4-BE49-F238E27FC236}">
                  <a16:creationId xmlns:a16="http://schemas.microsoft.com/office/drawing/2014/main" id="{CD7B6E2B-79D4-44AC-A85E-E4CC2FFE53E9}"/>
                </a:ext>
              </a:extLst>
            </p:cNvPr>
            <p:cNvSpPr/>
            <p:nvPr/>
          </p:nvSpPr>
          <p:spPr>
            <a:xfrm>
              <a:off x="18745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_k154">
              <a:extLst>
                <a:ext uri="{FF2B5EF4-FFF2-40B4-BE49-F238E27FC236}">
                  <a16:creationId xmlns:a16="http://schemas.microsoft.com/office/drawing/2014/main" id="{CD789AFC-7432-4F9C-811B-91FE99620BDE}"/>
                </a:ext>
              </a:extLst>
            </p:cNvPr>
            <p:cNvSpPr/>
            <p:nvPr/>
          </p:nvSpPr>
          <p:spPr>
            <a:xfrm>
              <a:off x="21005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_k155">
              <a:extLst>
                <a:ext uri="{FF2B5EF4-FFF2-40B4-BE49-F238E27FC236}">
                  <a16:creationId xmlns:a16="http://schemas.microsoft.com/office/drawing/2014/main" id="{08012518-BC91-4770-B5F1-28955439958F}"/>
                </a:ext>
              </a:extLst>
            </p:cNvPr>
            <p:cNvSpPr/>
            <p:nvPr/>
          </p:nvSpPr>
          <p:spPr>
            <a:xfrm>
              <a:off x="23266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_k156">
              <a:extLst>
                <a:ext uri="{FF2B5EF4-FFF2-40B4-BE49-F238E27FC236}">
                  <a16:creationId xmlns:a16="http://schemas.microsoft.com/office/drawing/2014/main" id="{A093F6DA-16A3-4D6A-AF5B-53C2B7F63FAA}"/>
                </a:ext>
              </a:extLst>
            </p:cNvPr>
            <p:cNvSpPr/>
            <p:nvPr/>
          </p:nvSpPr>
          <p:spPr>
            <a:xfrm>
              <a:off x="25527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_k157">
              <a:extLst>
                <a:ext uri="{FF2B5EF4-FFF2-40B4-BE49-F238E27FC236}">
                  <a16:creationId xmlns:a16="http://schemas.microsoft.com/office/drawing/2014/main" id="{6723A0F7-90A9-49F2-BEC3-5C7F569261B3}"/>
                </a:ext>
              </a:extLst>
            </p:cNvPr>
            <p:cNvSpPr/>
            <p:nvPr/>
          </p:nvSpPr>
          <p:spPr>
            <a:xfrm>
              <a:off x="27787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_k158">
              <a:extLst>
                <a:ext uri="{FF2B5EF4-FFF2-40B4-BE49-F238E27FC236}">
                  <a16:creationId xmlns:a16="http://schemas.microsoft.com/office/drawing/2014/main" id="{2AD812E3-24AD-44DB-99BE-C88D7736A41B}"/>
                </a:ext>
              </a:extLst>
            </p:cNvPr>
            <p:cNvSpPr/>
            <p:nvPr/>
          </p:nvSpPr>
          <p:spPr>
            <a:xfrm>
              <a:off x="30048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_k159">
              <a:extLst>
                <a:ext uri="{FF2B5EF4-FFF2-40B4-BE49-F238E27FC236}">
                  <a16:creationId xmlns:a16="http://schemas.microsoft.com/office/drawing/2014/main" id="{9DD044F8-D91C-49C2-8D53-4C7788435B58}"/>
                </a:ext>
              </a:extLst>
            </p:cNvPr>
            <p:cNvSpPr/>
            <p:nvPr/>
          </p:nvSpPr>
          <p:spPr>
            <a:xfrm>
              <a:off x="32308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_k160">
              <a:extLst>
                <a:ext uri="{FF2B5EF4-FFF2-40B4-BE49-F238E27FC236}">
                  <a16:creationId xmlns:a16="http://schemas.microsoft.com/office/drawing/2014/main" id="{45864CAE-95F4-4584-A207-25A9A36F56F5}"/>
                </a:ext>
              </a:extLst>
            </p:cNvPr>
            <p:cNvSpPr/>
            <p:nvPr/>
          </p:nvSpPr>
          <p:spPr>
            <a:xfrm>
              <a:off x="34569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_k161">
              <a:extLst>
                <a:ext uri="{FF2B5EF4-FFF2-40B4-BE49-F238E27FC236}">
                  <a16:creationId xmlns:a16="http://schemas.microsoft.com/office/drawing/2014/main" id="{7AC4D27C-A006-472A-8420-09370770AC08}"/>
                </a:ext>
              </a:extLst>
            </p:cNvPr>
            <p:cNvSpPr/>
            <p:nvPr/>
          </p:nvSpPr>
          <p:spPr>
            <a:xfrm>
              <a:off x="36830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_k162">
              <a:extLst>
                <a:ext uri="{FF2B5EF4-FFF2-40B4-BE49-F238E27FC236}">
                  <a16:creationId xmlns:a16="http://schemas.microsoft.com/office/drawing/2014/main" id="{C924CC70-174F-4716-8E43-DC28B79C99A0}"/>
                </a:ext>
              </a:extLst>
            </p:cNvPr>
            <p:cNvSpPr/>
            <p:nvPr/>
          </p:nvSpPr>
          <p:spPr>
            <a:xfrm>
              <a:off x="39090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_k163">
              <a:extLst>
                <a:ext uri="{FF2B5EF4-FFF2-40B4-BE49-F238E27FC236}">
                  <a16:creationId xmlns:a16="http://schemas.microsoft.com/office/drawing/2014/main" id="{023CFB49-7AC8-46D2-9532-244925244399}"/>
                </a:ext>
              </a:extLst>
            </p:cNvPr>
            <p:cNvSpPr/>
            <p:nvPr/>
          </p:nvSpPr>
          <p:spPr>
            <a:xfrm>
              <a:off x="41351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_k164">
              <a:extLst>
                <a:ext uri="{FF2B5EF4-FFF2-40B4-BE49-F238E27FC236}">
                  <a16:creationId xmlns:a16="http://schemas.microsoft.com/office/drawing/2014/main" id="{B2A791F9-9105-4D12-AA54-6468FD2E0302}"/>
                </a:ext>
              </a:extLst>
            </p:cNvPr>
            <p:cNvSpPr/>
            <p:nvPr/>
          </p:nvSpPr>
          <p:spPr>
            <a:xfrm>
              <a:off x="43611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_k165">
              <a:extLst>
                <a:ext uri="{FF2B5EF4-FFF2-40B4-BE49-F238E27FC236}">
                  <a16:creationId xmlns:a16="http://schemas.microsoft.com/office/drawing/2014/main" id="{81FEDC16-F2ED-424C-9B24-CD79C455474F}"/>
                </a:ext>
              </a:extLst>
            </p:cNvPr>
            <p:cNvSpPr/>
            <p:nvPr/>
          </p:nvSpPr>
          <p:spPr>
            <a:xfrm>
              <a:off x="45872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_k166">
              <a:extLst>
                <a:ext uri="{FF2B5EF4-FFF2-40B4-BE49-F238E27FC236}">
                  <a16:creationId xmlns:a16="http://schemas.microsoft.com/office/drawing/2014/main" id="{A500F6C4-B3BE-4D92-A2FE-B23C7765F7C5}"/>
                </a:ext>
              </a:extLst>
            </p:cNvPr>
            <p:cNvSpPr/>
            <p:nvPr/>
          </p:nvSpPr>
          <p:spPr>
            <a:xfrm>
              <a:off x="48133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_k167">
              <a:extLst>
                <a:ext uri="{FF2B5EF4-FFF2-40B4-BE49-F238E27FC236}">
                  <a16:creationId xmlns:a16="http://schemas.microsoft.com/office/drawing/2014/main" id="{BCFAD8AD-FF10-482F-B705-02F687248853}"/>
                </a:ext>
              </a:extLst>
            </p:cNvPr>
            <p:cNvSpPr/>
            <p:nvPr/>
          </p:nvSpPr>
          <p:spPr>
            <a:xfrm>
              <a:off x="50393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_k168">
              <a:extLst>
                <a:ext uri="{FF2B5EF4-FFF2-40B4-BE49-F238E27FC236}">
                  <a16:creationId xmlns:a16="http://schemas.microsoft.com/office/drawing/2014/main" id="{57023A95-455A-43AA-BF49-59C82117CD74}"/>
                </a:ext>
              </a:extLst>
            </p:cNvPr>
            <p:cNvSpPr/>
            <p:nvPr/>
          </p:nvSpPr>
          <p:spPr>
            <a:xfrm>
              <a:off x="52654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_k169">
              <a:extLst>
                <a:ext uri="{FF2B5EF4-FFF2-40B4-BE49-F238E27FC236}">
                  <a16:creationId xmlns:a16="http://schemas.microsoft.com/office/drawing/2014/main" id="{DBCA79A2-B665-49A0-80F8-2C7B5945E750}"/>
                </a:ext>
              </a:extLst>
            </p:cNvPr>
            <p:cNvSpPr/>
            <p:nvPr/>
          </p:nvSpPr>
          <p:spPr>
            <a:xfrm>
              <a:off x="54914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_k170">
              <a:extLst>
                <a:ext uri="{FF2B5EF4-FFF2-40B4-BE49-F238E27FC236}">
                  <a16:creationId xmlns:a16="http://schemas.microsoft.com/office/drawing/2014/main" id="{2DEF38B0-A25B-4A9E-8AAF-F975630ABDA0}"/>
                </a:ext>
              </a:extLst>
            </p:cNvPr>
            <p:cNvSpPr/>
            <p:nvPr/>
          </p:nvSpPr>
          <p:spPr>
            <a:xfrm>
              <a:off x="57175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_k171">
              <a:extLst>
                <a:ext uri="{FF2B5EF4-FFF2-40B4-BE49-F238E27FC236}">
                  <a16:creationId xmlns:a16="http://schemas.microsoft.com/office/drawing/2014/main" id="{C5FAC23A-AC74-4ECC-B5B1-1B0CE6B0AB6B}"/>
                </a:ext>
              </a:extLst>
            </p:cNvPr>
            <p:cNvSpPr/>
            <p:nvPr/>
          </p:nvSpPr>
          <p:spPr>
            <a:xfrm>
              <a:off x="59436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_k172">
              <a:extLst>
                <a:ext uri="{FF2B5EF4-FFF2-40B4-BE49-F238E27FC236}">
                  <a16:creationId xmlns:a16="http://schemas.microsoft.com/office/drawing/2014/main" id="{6E40FE1A-BD6B-40FD-9C33-5EC38DACFD8B}"/>
                </a:ext>
              </a:extLst>
            </p:cNvPr>
            <p:cNvSpPr/>
            <p:nvPr/>
          </p:nvSpPr>
          <p:spPr>
            <a:xfrm>
              <a:off x="61696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" name="_k173">
              <a:extLst>
                <a:ext uri="{FF2B5EF4-FFF2-40B4-BE49-F238E27FC236}">
                  <a16:creationId xmlns:a16="http://schemas.microsoft.com/office/drawing/2014/main" id="{E769BC71-3B75-4182-85CD-4C67274FFCA0}"/>
                </a:ext>
              </a:extLst>
            </p:cNvPr>
            <p:cNvSpPr/>
            <p:nvPr/>
          </p:nvSpPr>
          <p:spPr>
            <a:xfrm>
              <a:off x="63957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7" name="_k174">
              <a:extLst>
                <a:ext uri="{FF2B5EF4-FFF2-40B4-BE49-F238E27FC236}">
                  <a16:creationId xmlns:a16="http://schemas.microsoft.com/office/drawing/2014/main" id="{6C4206AC-8666-4C95-999D-F9A3B6ECAF79}"/>
                </a:ext>
              </a:extLst>
            </p:cNvPr>
            <p:cNvSpPr/>
            <p:nvPr/>
          </p:nvSpPr>
          <p:spPr>
            <a:xfrm>
              <a:off x="66217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_k175">
              <a:extLst>
                <a:ext uri="{FF2B5EF4-FFF2-40B4-BE49-F238E27FC236}">
                  <a16:creationId xmlns:a16="http://schemas.microsoft.com/office/drawing/2014/main" id="{EE60880C-ABC8-4D4E-A6A6-A9CA0B5F85B9}"/>
                </a:ext>
              </a:extLst>
            </p:cNvPr>
            <p:cNvSpPr/>
            <p:nvPr/>
          </p:nvSpPr>
          <p:spPr>
            <a:xfrm>
              <a:off x="68478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_k176">
              <a:extLst>
                <a:ext uri="{FF2B5EF4-FFF2-40B4-BE49-F238E27FC236}">
                  <a16:creationId xmlns:a16="http://schemas.microsoft.com/office/drawing/2014/main" id="{872E192F-BCA2-4C64-A3CA-D2CC1F9F716D}"/>
                </a:ext>
              </a:extLst>
            </p:cNvPr>
            <p:cNvSpPr/>
            <p:nvPr/>
          </p:nvSpPr>
          <p:spPr>
            <a:xfrm>
              <a:off x="707390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_k177">
              <a:extLst>
                <a:ext uri="{FF2B5EF4-FFF2-40B4-BE49-F238E27FC236}">
                  <a16:creationId xmlns:a16="http://schemas.microsoft.com/office/drawing/2014/main" id="{E08C946B-2CD4-456E-B135-28DE14E3BBC2}"/>
                </a:ext>
              </a:extLst>
            </p:cNvPr>
            <p:cNvSpPr/>
            <p:nvPr/>
          </p:nvSpPr>
          <p:spPr>
            <a:xfrm>
              <a:off x="729996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_k178">
              <a:extLst>
                <a:ext uri="{FF2B5EF4-FFF2-40B4-BE49-F238E27FC236}">
                  <a16:creationId xmlns:a16="http://schemas.microsoft.com/office/drawing/2014/main" id="{D24A5CE2-7F01-4D4C-8331-F100CD2AADDB}"/>
                </a:ext>
              </a:extLst>
            </p:cNvPr>
            <p:cNvSpPr/>
            <p:nvPr/>
          </p:nvSpPr>
          <p:spPr>
            <a:xfrm>
              <a:off x="752602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2" name="_k179">
              <a:extLst>
                <a:ext uri="{FF2B5EF4-FFF2-40B4-BE49-F238E27FC236}">
                  <a16:creationId xmlns:a16="http://schemas.microsoft.com/office/drawing/2014/main" id="{CD962288-6ED8-4857-B5BE-852054841E85}"/>
                </a:ext>
              </a:extLst>
            </p:cNvPr>
            <p:cNvSpPr/>
            <p:nvPr/>
          </p:nvSpPr>
          <p:spPr>
            <a:xfrm>
              <a:off x="775208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_k180">
              <a:extLst>
                <a:ext uri="{FF2B5EF4-FFF2-40B4-BE49-F238E27FC236}">
                  <a16:creationId xmlns:a16="http://schemas.microsoft.com/office/drawing/2014/main" id="{F74A9E0E-ACA1-44F2-A112-2468BC34573E}"/>
                </a:ext>
              </a:extLst>
            </p:cNvPr>
            <p:cNvSpPr/>
            <p:nvPr/>
          </p:nvSpPr>
          <p:spPr>
            <a:xfrm>
              <a:off x="7978140" y="36322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5" name="!!m28_row6">
            <a:extLst>
              <a:ext uri="{FF2B5EF4-FFF2-40B4-BE49-F238E27FC236}">
                <a16:creationId xmlns:a16="http://schemas.microsoft.com/office/drawing/2014/main" id="{01BC045C-2D36-49C7-904D-9F74115FCC43}"/>
              </a:ext>
            </a:extLst>
          </p:cNvPr>
          <p:cNvGrpSpPr/>
          <p:nvPr/>
        </p:nvGrpSpPr>
        <p:grpSpPr>
          <a:xfrm>
            <a:off x="1422400" y="3815080"/>
            <a:ext cx="6682740" cy="127000"/>
            <a:chOff x="1422400" y="3815080"/>
            <a:chExt cx="6682740" cy="127000"/>
          </a:xfrm>
        </p:grpSpPr>
        <p:sp>
          <p:nvSpPr>
            <p:cNvPr id="215" name="_k181">
              <a:extLst>
                <a:ext uri="{FF2B5EF4-FFF2-40B4-BE49-F238E27FC236}">
                  <a16:creationId xmlns:a16="http://schemas.microsoft.com/office/drawing/2014/main" id="{E411E04E-9585-43F6-AC7F-614A94E05ACD}"/>
                </a:ext>
              </a:extLst>
            </p:cNvPr>
            <p:cNvSpPr/>
            <p:nvPr/>
          </p:nvSpPr>
          <p:spPr>
            <a:xfrm>
              <a:off x="14224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6" name="_k182">
              <a:extLst>
                <a:ext uri="{FF2B5EF4-FFF2-40B4-BE49-F238E27FC236}">
                  <a16:creationId xmlns:a16="http://schemas.microsoft.com/office/drawing/2014/main" id="{7133FB92-104B-4640-AA3C-9C003A989A80}"/>
                </a:ext>
              </a:extLst>
            </p:cNvPr>
            <p:cNvSpPr/>
            <p:nvPr/>
          </p:nvSpPr>
          <p:spPr>
            <a:xfrm>
              <a:off x="16484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_k183">
              <a:extLst>
                <a:ext uri="{FF2B5EF4-FFF2-40B4-BE49-F238E27FC236}">
                  <a16:creationId xmlns:a16="http://schemas.microsoft.com/office/drawing/2014/main" id="{36BEB98C-F479-4B8E-B8F4-D9E92F2CE8CB}"/>
                </a:ext>
              </a:extLst>
            </p:cNvPr>
            <p:cNvSpPr/>
            <p:nvPr/>
          </p:nvSpPr>
          <p:spPr>
            <a:xfrm>
              <a:off x="18745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_k184">
              <a:extLst>
                <a:ext uri="{FF2B5EF4-FFF2-40B4-BE49-F238E27FC236}">
                  <a16:creationId xmlns:a16="http://schemas.microsoft.com/office/drawing/2014/main" id="{57DA3C8D-664E-4322-B6D3-4DBCB3455A40}"/>
                </a:ext>
              </a:extLst>
            </p:cNvPr>
            <p:cNvSpPr/>
            <p:nvPr/>
          </p:nvSpPr>
          <p:spPr>
            <a:xfrm>
              <a:off x="21005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_k185">
              <a:extLst>
                <a:ext uri="{FF2B5EF4-FFF2-40B4-BE49-F238E27FC236}">
                  <a16:creationId xmlns:a16="http://schemas.microsoft.com/office/drawing/2014/main" id="{168600DB-0A56-43C8-A641-A83442E7FC27}"/>
                </a:ext>
              </a:extLst>
            </p:cNvPr>
            <p:cNvSpPr/>
            <p:nvPr/>
          </p:nvSpPr>
          <p:spPr>
            <a:xfrm>
              <a:off x="23266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0" name="_k186">
              <a:extLst>
                <a:ext uri="{FF2B5EF4-FFF2-40B4-BE49-F238E27FC236}">
                  <a16:creationId xmlns:a16="http://schemas.microsoft.com/office/drawing/2014/main" id="{362FE2D4-7DCB-47EE-B981-80D0E2206FE2}"/>
                </a:ext>
              </a:extLst>
            </p:cNvPr>
            <p:cNvSpPr/>
            <p:nvPr/>
          </p:nvSpPr>
          <p:spPr>
            <a:xfrm>
              <a:off x="25527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_k187">
              <a:extLst>
                <a:ext uri="{FF2B5EF4-FFF2-40B4-BE49-F238E27FC236}">
                  <a16:creationId xmlns:a16="http://schemas.microsoft.com/office/drawing/2014/main" id="{420CA8F2-FD57-496E-B6AC-F53EFE7DDFFA}"/>
                </a:ext>
              </a:extLst>
            </p:cNvPr>
            <p:cNvSpPr/>
            <p:nvPr/>
          </p:nvSpPr>
          <p:spPr>
            <a:xfrm>
              <a:off x="27787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_k188">
              <a:extLst>
                <a:ext uri="{FF2B5EF4-FFF2-40B4-BE49-F238E27FC236}">
                  <a16:creationId xmlns:a16="http://schemas.microsoft.com/office/drawing/2014/main" id="{52540D5E-B751-4E88-BAFB-447367516499}"/>
                </a:ext>
              </a:extLst>
            </p:cNvPr>
            <p:cNvSpPr/>
            <p:nvPr/>
          </p:nvSpPr>
          <p:spPr>
            <a:xfrm>
              <a:off x="30048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_k189">
              <a:extLst>
                <a:ext uri="{FF2B5EF4-FFF2-40B4-BE49-F238E27FC236}">
                  <a16:creationId xmlns:a16="http://schemas.microsoft.com/office/drawing/2014/main" id="{386D919B-58EF-42E2-B728-91721F76CF2D}"/>
                </a:ext>
              </a:extLst>
            </p:cNvPr>
            <p:cNvSpPr/>
            <p:nvPr/>
          </p:nvSpPr>
          <p:spPr>
            <a:xfrm>
              <a:off x="32308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_k190">
              <a:extLst>
                <a:ext uri="{FF2B5EF4-FFF2-40B4-BE49-F238E27FC236}">
                  <a16:creationId xmlns:a16="http://schemas.microsoft.com/office/drawing/2014/main" id="{9DFC6BA2-1C7B-4443-A464-AA8498C68AE5}"/>
                </a:ext>
              </a:extLst>
            </p:cNvPr>
            <p:cNvSpPr/>
            <p:nvPr/>
          </p:nvSpPr>
          <p:spPr>
            <a:xfrm>
              <a:off x="34569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5" name="_k191">
              <a:extLst>
                <a:ext uri="{FF2B5EF4-FFF2-40B4-BE49-F238E27FC236}">
                  <a16:creationId xmlns:a16="http://schemas.microsoft.com/office/drawing/2014/main" id="{63EE1928-92EC-4CD9-B91B-F02F1FC5C28C}"/>
                </a:ext>
              </a:extLst>
            </p:cNvPr>
            <p:cNvSpPr/>
            <p:nvPr/>
          </p:nvSpPr>
          <p:spPr>
            <a:xfrm>
              <a:off x="36830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6" name="_k192">
              <a:extLst>
                <a:ext uri="{FF2B5EF4-FFF2-40B4-BE49-F238E27FC236}">
                  <a16:creationId xmlns:a16="http://schemas.microsoft.com/office/drawing/2014/main" id="{CB46B475-017F-4742-AEEC-A2D8B3A2750C}"/>
                </a:ext>
              </a:extLst>
            </p:cNvPr>
            <p:cNvSpPr/>
            <p:nvPr/>
          </p:nvSpPr>
          <p:spPr>
            <a:xfrm>
              <a:off x="39090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7" name="_k193">
              <a:extLst>
                <a:ext uri="{FF2B5EF4-FFF2-40B4-BE49-F238E27FC236}">
                  <a16:creationId xmlns:a16="http://schemas.microsoft.com/office/drawing/2014/main" id="{BAE575A0-ACCA-4CF8-8434-1D279186C6B3}"/>
                </a:ext>
              </a:extLst>
            </p:cNvPr>
            <p:cNvSpPr/>
            <p:nvPr/>
          </p:nvSpPr>
          <p:spPr>
            <a:xfrm>
              <a:off x="41351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_k194">
              <a:extLst>
                <a:ext uri="{FF2B5EF4-FFF2-40B4-BE49-F238E27FC236}">
                  <a16:creationId xmlns:a16="http://schemas.microsoft.com/office/drawing/2014/main" id="{BDB6C515-7F72-467F-875F-8F4B50E3309E}"/>
                </a:ext>
              </a:extLst>
            </p:cNvPr>
            <p:cNvSpPr/>
            <p:nvPr/>
          </p:nvSpPr>
          <p:spPr>
            <a:xfrm>
              <a:off x="43611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9" name="_k195">
              <a:extLst>
                <a:ext uri="{FF2B5EF4-FFF2-40B4-BE49-F238E27FC236}">
                  <a16:creationId xmlns:a16="http://schemas.microsoft.com/office/drawing/2014/main" id="{87D904DE-F447-43B7-8F27-BC36623096CF}"/>
                </a:ext>
              </a:extLst>
            </p:cNvPr>
            <p:cNvSpPr/>
            <p:nvPr/>
          </p:nvSpPr>
          <p:spPr>
            <a:xfrm>
              <a:off x="45872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0" name="_k196">
              <a:extLst>
                <a:ext uri="{FF2B5EF4-FFF2-40B4-BE49-F238E27FC236}">
                  <a16:creationId xmlns:a16="http://schemas.microsoft.com/office/drawing/2014/main" id="{1DE87F07-7F7B-45B6-8F1A-C0BC238E04FC}"/>
                </a:ext>
              </a:extLst>
            </p:cNvPr>
            <p:cNvSpPr/>
            <p:nvPr/>
          </p:nvSpPr>
          <p:spPr>
            <a:xfrm>
              <a:off x="48133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_k197">
              <a:extLst>
                <a:ext uri="{FF2B5EF4-FFF2-40B4-BE49-F238E27FC236}">
                  <a16:creationId xmlns:a16="http://schemas.microsoft.com/office/drawing/2014/main" id="{6C77E0D1-58D4-4CD9-89A8-97185F9A2056}"/>
                </a:ext>
              </a:extLst>
            </p:cNvPr>
            <p:cNvSpPr/>
            <p:nvPr/>
          </p:nvSpPr>
          <p:spPr>
            <a:xfrm>
              <a:off x="50393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_k198">
              <a:extLst>
                <a:ext uri="{FF2B5EF4-FFF2-40B4-BE49-F238E27FC236}">
                  <a16:creationId xmlns:a16="http://schemas.microsoft.com/office/drawing/2014/main" id="{6A475930-98A0-4BCB-B43F-B5D67E96FB70}"/>
                </a:ext>
              </a:extLst>
            </p:cNvPr>
            <p:cNvSpPr/>
            <p:nvPr/>
          </p:nvSpPr>
          <p:spPr>
            <a:xfrm>
              <a:off x="52654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_k199">
              <a:extLst>
                <a:ext uri="{FF2B5EF4-FFF2-40B4-BE49-F238E27FC236}">
                  <a16:creationId xmlns:a16="http://schemas.microsoft.com/office/drawing/2014/main" id="{50BC53EC-F2DD-41CC-B462-97818E3EDD94}"/>
                </a:ext>
              </a:extLst>
            </p:cNvPr>
            <p:cNvSpPr/>
            <p:nvPr/>
          </p:nvSpPr>
          <p:spPr>
            <a:xfrm>
              <a:off x="54914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4" name="_k200">
              <a:extLst>
                <a:ext uri="{FF2B5EF4-FFF2-40B4-BE49-F238E27FC236}">
                  <a16:creationId xmlns:a16="http://schemas.microsoft.com/office/drawing/2014/main" id="{CC40BDC5-2A35-4FC6-8564-4F218F5E8A0B}"/>
                </a:ext>
              </a:extLst>
            </p:cNvPr>
            <p:cNvSpPr/>
            <p:nvPr/>
          </p:nvSpPr>
          <p:spPr>
            <a:xfrm>
              <a:off x="57175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5" name="_k201">
              <a:extLst>
                <a:ext uri="{FF2B5EF4-FFF2-40B4-BE49-F238E27FC236}">
                  <a16:creationId xmlns:a16="http://schemas.microsoft.com/office/drawing/2014/main" id="{854AA5A0-2393-41EA-A8DB-BFEA3C062D81}"/>
                </a:ext>
              </a:extLst>
            </p:cNvPr>
            <p:cNvSpPr/>
            <p:nvPr/>
          </p:nvSpPr>
          <p:spPr>
            <a:xfrm>
              <a:off x="59436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_k202">
              <a:extLst>
                <a:ext uri="{FF2B5EF4-FFF2-40B4-BE49-F238E27FC236}">
                  <a16:creationId xmlns:a16="http://schemas.microsoft.com/office/drawing/2014/main" id="{1AE6A792-8E20-4D44-9464-B0F77E5782BF}"/>
                </a:ext>
              </a:extLst>
            </p:cNvPr>
            <p:cNvSpPr/>
            <p:nvPr/>
          </p:nvSpPr>
          <p:spPr>
            <a:xfrm>
              <a:off x="61696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7" name="_k203">
              <a:extLst>
                <a:ext uri="{FF2B5EF4-FFF2-40B4-BE49-F238E27FC236}">
                  <a16:creationId xmlns:a16="http://schemas.microsoft.com/office/drawing/2014/main" id="{24849207-33BE-403A-9816-703A28D257D4}"/>
                </a:ext>
              </a:extLst>
            </p:cNvPr>
            <p:cNvSpPr/>
            <p:nvPr/>
          </p:nvSpPr>
          <p:spPr>
            <a:xfrm>
              <a:off x="63957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8" name="_k204">
              <a:extLst>
                <a:ext uri="{FF2B5EF4-FFF2-40B4-BE49-F238E27FC236}">
                  <a16:creationId xmlns:a16="http://schemas.microsoft.com/office/drawing/2014/main" id="{B0474F10-6B64-4D1B-98E8-6FDF2D5C4816}"/>
                </a:ext>
              </a:extLst>
            </p:cNvPr>
            <p:cNvSpPr/>
            <p:nvPr/>
          </p:nvSpPr>
          <p:spPr>
            <a:xfrm>
              <a:off x="66217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9" name="_k205">
              <a:extLst>
                <a:ext uri="{FF2B5EF4-FFF2-40B4-BE49-F238E27FC236}">
                  <a16:creationId xmlns:a16="http://schemas.microsoft.com/office/drawing/2014/main" id="{339AB9AC-5E1A-4FDC-96E4-B6C6603D1A51}"/>
                </a:ext>
              </a:extLst>
            </p:cNvPr>
            <p:cNvSpPr/>
            <p:nvPr/>
          </p:nvSpPr>
          <p:spPr>
            <a:xfrm>
              <a:off x="68478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0" name="_k206">
              <a:extLst>
                <a:ext uri="{FF2B5EF4-FFF2-40B4-BE49-F238E27FC236}">
                  <a16:creationId xmlns:a16="http://schemas.microsoft.com/office/drawing/2014/main" id="{DFE8CFA9-782E-4124-B36E-37C13E4E89EA}"/>
                </a:ext>
              </a:extLst>
            </p:cNvPr>
            <p:cNvSpPr/>
            <p:nvPr/>
          </p:nvSpPr>
          <p:spPr>
            <a:xfrm>
              <a:off x="707390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1" name="_k207">
              <a:extLst>
                <a:ext uri="{FF2B5EF4-FFF2-40B4-BE49-F238E27FC236}">
                  <a16:creationId xmlns:a16="http://schemas.microsoft.com/office/drawing/2014/main" id="{215A67B9-73EE-47BB-AB8F-37209846814F}"/>
                </a:ext>
              </a:extLst>
            </p:cNvPr>
            <p:cNvSpPr/>
            <p:nvPr/>
          </p:nvSpPr>
          <p:spPr>
            <a:xfrm>
              <a:off x="729996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2" name="_k208">
              <a:extLst>
                <a:ext uri="{FF2B5EF4-FFF2-40B4-BE49-F238E27FC236}">
                  <a16:creationId xmlns:a16="http://schemas.microsoft.com/office/drawing/2014/main" id="{7ADB112B-3CD4-40A2-98DC-63BA42FAD330}"/>
                </a:ext>
              </a:extLst>
            </p:cNvPr>
            <p:cNvSpPr/>
            <p:nvPr/>
          </p:nvSpPr>
          <p:spPr>
            <a:xfrm>
              <a:off x="752602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_k209">
              <a:extLst>
                <a:ext uri="{FF2B5EF4-FFF2-40B4-BE49-F238E27FC236}">
                  <a16:creationId xmlns:a16="http://schemas.microsoft.com/office/drawing/2014/main" id="{F1F63FE5-F9DF-4AC4-9B99-1F1A364D7EBB}"/>
                </a:ext>
              </a:extLst>
            </p:cNvPr>
            <p:cNvSpPr/>
            <p:nvPr/>
          </p:nvSpPr>
          <p:spPr>
            <a:xfrm>
              <a:off x="775208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_k210">
              <a:extLst>
                <a:ext uri="{FF2B5EF4-FFF2-40B4-BE49-F238E27FC236}">
                  <a16:creationId xmlns:a16="http://schemas.microsoft.com/office/drawing/2014/main" id="{40064DF4-CE0E-43F4-B5BC-498CA6B338BE}"/>
                </a:ext>
              </a:extLst>
            </p:cNvPr>
            <p:cNvSpPr/>
            <p:nvPr/>
          </p:nvSpPr>
          <p:spPr>
            <a:xfrm>
              <a:off x="7978140" y="38150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6" name="!!m28_row7">
            <a:extLst>
              <a:ext uri="{FF2B5EF4-FFF2-40B4-BE49-F238E27FC236}">
                <a16:creationId xmlns:a16="http://schemas.microsoft.com/office/drawing/2014/main" id="{957030B6-C10F-414C-8009-B8C4D9F7D5A7}"/>
              </a:ext>
            </a:extLst>
          </p:cNvPr>
          <p:cNvGrpSpPr/>
          <p:nvPr/>
        </p:nvGrpSpPr>
        <p:grpSpPr>
          <a:xfrm>
            <a:off x="1422400" y="3997960"/>
            <a:ext cx="6682740" cy="127000"/>
            <a:chOff x="1422400" y="3997960"/>
            <a:chExt cx="6682740" cy="127000"/>
          </a:xfrm>
        </p:grpSpPr>
        <p:sp>
          <p:nvSpPr>
            <p:cNvPr id="246" name="_k211">
              <a:extLst>
                <a:ext uri="{FF2B5EF4-FFF2-40B4-BE49-F238E27FC236}">
                  <a16:creationId xmlns:a16="http://schemas.microsoft.com/office/drawing/2014/main" id="{3BE6F326-C5CF-4D4A-A273-5E6157B8027D}"/>
                </a:ext>
              </a:extLst>
            </p:cNvPr>
            <p:cNvSpPr/>
            <p:nvPr/>
          </p:nvSpPr>
          <p:spPr>
            <a:xfrm>
              <a:off x="14224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7" name="_k212">
              <a:extLst>
                <a:ext uri="{FF2B5EF4-FFF2-40B4-BE49-F238E27FC236}">
                  <a16:creationId xmlns:a16="http://schemas.microsoft.com/office/drawing/2014/main" id="{ECCCFB9A-2009-4BCA-B52E-AF3843FBFBB7}"/>
                </a:ext>
              </a:extLst>
            </p:cNvPr>
            <p:cNvSpPr/>
            <p:nvPr/>
          </p:nvSpPr>
          <p:spPr>
            <a:xfrm>
              <a:off x="16484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8" name="_k213">
              <a:extLst>
                <a:ext uri="{FF2B5EF4-FFF2-40B4-BE49-F238E27FC236}">
                  <a16:creationId xmlns:a16="http://schemas.microsoft.com/office/drawing/2014/main" id="{3AFC32FB-E5E6-4B3A-B641-CA882AF44088}"/>
                </a:ext>
              </a:extLst>
            </p:cNvPr>
            <p:cNvSpPr/>
            <p:nvPr/>
          </p:nvSpPr>
          <p:spPr>
            <a:xfrm>
              <a:off x="18745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9" name="_k214">
              <a:extLst>
                <a:ext uri="{FF2B5EF4-FFF2-40B4-BE49-F238E27FC236}">
                  <a16:creationId xmlns:a16="http://schemas.microsoft.com/office/drawing/2014/main" id="{26818F56-1513-486B-9E37-D44E98233F18}"/>
                </a:ext>
              </a:extLst>
            </p:cNvPr>
            <p:cNvSpPr/>
            <p:nvPr/>
          </p:nvSpPr>
          <p:spPr>
            <a:xfrm>
              <a:off x="21005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_k215">
              <a:extLst>
                <a:ext uri="{FF2B5EF4-FFF2-40B4-BE49-F238E27FC236}">
                  <a16:creationId xmlns:a16="http://schemas.microsoft.com/office/drawing/2014/main" id="{E7C45DA7-BC35-4AA5-A5ED-36DD72F7CD3F}"/>
                </a:ext>
              </a:extLst>
            </p:cNvPr>
            <p:cNvSpPr/>
            <p:nvPr/>
          </p:nvSpPr>
          <p:spPr>
            <a:xfrm>
              <a:off x="23266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_k216">
              <a:extLst>
                <a:ext uri="{FF2B5EF4-FFF2-40B4-BE49-F238E27FC236}">
                  <a16:creationId xmlns:a16="http://schemas.microsoft.com/office/drawing/2014/main" id="{9931AA82-3324-436C-AFB3-BF777177A1A3}"/>
                </a:ext>
              </a:extLst>
            </p:cNvPr>
            <p:cNvSpPr/>
            <p:nvPr/>
          </p:nvSpPr>
          <p:spPr>
            <a:xfrm>
              <a:off x="25527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2" name="_k217">
              <a:extLst>
                <a:ext uri="{FF2B5EF4-FFF2-40B4-BE49-F238E27FC236}">
                  <a16:creationId xmlns:a16="http://schemas.microsoft.com/office/drawing/2014/main" id="{355F9D5C-109B-4417-A711-632CBBD6D720}"/>
                </a:ext>
              </a:extLst>
            </p:cNvPr>
            <p:cNvSpPr/>
            <p:nvPr/>
          </p:nvSpPr>
          <p:spPr>
            <a:xfrm>
              <a:off x="27787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3" name="_k218">
              <a:extLst>
                <a:ext uri="{FF2B5EF4-FFF2-40B4-BE49-F238E27FC236}">
                  <a16:creationId xmlns:a16="http://schemas.microsoft.com/office/drawing/2014/main" id="{BDBA8C72-3064-4AB7-9922-7AD297556A65}"/>
                </a:ext>
              </a:extLst>
            </p:cNvPr>
            <p:cNvSpPr/>
            <p:nvPr/>
          </p:nvSpPr>
          <p:spPr>
            <a:xfrm>
              <a:off x="30048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4" name="_k219">
              <a:extLst>
                <a:ext uri="{FF2B5EF4-FFF2-40B4-BE49-F238E27FC236}">
                  <a16:creationId xmlns:a16="http://schemas.microsoft.com/office/drawing/2014/main" id="{29C52DA8-5F61-43BC-8C6D-09B835072003}"/>
                </a:ext>
              </a:extLst>
            </p:cNvPr>
            <p:cNvSpPr/>
            <p:nvPr/>
          </p:nvSpPr>
          <p:spPr>
            <a:xfrm>
              <a:off x="32308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5" name="_k220">
              <a:extLst>
                <a:ext uri="{FF2B5EF4-FFF2-40B4-BE49-F238E27FC236}">
                  <a16:creationId xmlns:a16="http://schemas.microsoft.com/office/drawing/2014/main" id="{E595A91B-C2FC-459E-B15C-1CA061CB682A}"/>
                </a:ext>
              </a:extLst>
            </p:cNvPr>
            <p:cNvSpPr/>
            <p:nvPr/>
          </p:nvSpPr>
          <p:spPr>
            <a:xfrm>
              <a:off x="34569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_k221">
              <a:extLst>
                <a:ext uri="{FF2B5EF4-FFF2-40B4-BE49-F238E27FC236}">
                  <a16:creationId xmlns:a16="http://schemas.microsoft.com/office/drawing/2014/main" id="{8CC4FE15-ECF0-43DD-9468-815E68D80DA6}"/>
                </a:ext>
              </a:extLst>
            </p:cNvPr>
            <p:cNvSpPr/>
            <p:nvPr/>
          </p:nvSpPr>
          <p:spPr>
            <a:xfrm>
              <a:off x="36830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7" name="_k222">
              <a:extLst>
                <a:ext uri="{FF2B5EF4-FFF2-40B4-BE49-F238E27FC236}">
                  <a16:creationId xmlns:a16="http://schemas.microsoft.com/office/drawing/2014/main" id="{47B89DC1-793C-4941-B8E4-AF6258B08059}"/>
                </a:ext>
              </a:extLst>
            </p:cNvPr>
            <p:cNvSpPr/>
            <p:nvPr/>
          </p:nvSpPr>
          <p:spPr>
            <a:xfrm>
              <a:off x="39090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_k223">
              <a:extLst>
                <a:ext uri="{FF2B5EF4-FFF2-40B4-BE49-F238E27FC236}">
                  <a16:creationId xmlns:a16="http://schemas.microsoft.com/office/drawing/2014/main" id="{F6E8FB39-0335-4852-92C3-E3DA39AA0E9D}"/>
                </a:ext>
              </a:extLst>
            </p:cNvPr>
            <p:cNvSpPr/>
            <p:nvPr/>
          </p:nvSpPr>
          <p:spPr>
            <a:xfrm>
              <a:off x="41351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_k224">
              <a:extLst>
                <a:ext uri="{FF2B5EF4-FFF2-40B4-BE49-F238E27FC236}">
                  <a16:creationId xmlns:a16="http://schemas.microsoft.com/office/drawing/2014/main" id="{35A45426-E9F7-41F6-A46A-395C54960668}"/>
                </a:ext>
              </a:extLst>
            </p:cNvPr>
            <p:cNvSpPr/>
            <p:nvPr/>
          </p:nvSpPr>
          <p:spPr>
            <a:xfrm>
              <a:off x="43611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0" name="_k225">
              <a:extLst>
                <a:ext uri="{FF2B5EF4-FFF2-40B4-BE49-F238E27FC236}">
                  <a16:creationId xmlns:a16="http://schemas.microsoft.com/office/drawing/2014/main" id="{6C79B308-D64F-4895-BB7E-8E7C8F463E64}"/>
                </a:ext>
              </a:extLst>
            </p:cNvPr>
            <p:cNvSpPr/>
            <p:nvPr/>
          </p:nvSpPr>
          <p:spPr>
            <a:xfrm>
              <a:off x="45872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1" name="_k226">
              <a:extLst>
                <a:ext uri="{FF2B5EF4-FFF2-40B4-BE49-F238E27FC236}">
                  <a16:creationId xmlns:a16="http://schemas.microsoft.com/office/drawing/2014/main" id="{86ABF297-1F37-4314-973F-36A77FEA28C5}"/>
                </a:ext>
              </a:extLst>
            </p:cNvPr>
            <p:cNvSpPr/>
            <p:nvPr/>
          </p:nvSpPr>
          <p:spPr>
            <a:xfrm>
              <a:off x="48133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2" name="_k227">
              <a:extLst>
                <a:ext uri="{FF2B5EF4-FFF2-40B4-BE49-F238E27FC236}">
                  <a16:creationId xmlns:a16="http://schemas.microsoft.com/office/drawing/2014/main" id="{22D42684-81D6-4A6D-91EE-E86BDCF3F751}"/>
                </a:ext>
              </a:extLst>
            </p:cNvPr>
            <p:cNvSpPr/>
            <p:nvPr/>
          </p:nvSpPr>
          <p:spPr>
            <a:xfrm>
              <a:off x="50393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_k228">
              <a:extLst>
                <a:ext uri="{FF2B5EF4-FFF2-40B4-BE49-F238E27FC236}">
                  <a16:creationId xmlns:a16="http://schemas.microsoft.com/office/drawing/2014/main" id="{E08F2178-1542-4A74-B0F2-92DE6D79C861}"/>
                </a:ext>
              </a:extLst>
            </p:cNvPr>
            <p:cNvSpPr/>
            <p:nvPr/>
          </p:nvSpPr>
          <p:spPr>
            <a:xfrm>
              <a:off x="52654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4" name="_k229">
              <a:extLst>
                <a:ext uri="{FF2B5EF4-FFF2-40B4-BE49-F238E27FC236}">
                  <a16:creationId xmlns:a16="http://schemas.microsoft.com/office/drawing/2014/main" id="{A1347AB6-8B55-4C59-89BE-F08C81A94B46}"/>
                </a:ext>
              </a:extLst>
            </p:cNvPr>
            <p:cNvSpPr/>
            <p:nvPr/>
          </p:nvSpPr>
          <p:spPr>
            <a:xfrm>
              <a:off x="54914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5" name="_k230">
              <a:extLst>
                <a:ext uri="{FF2B5EF4-FFF2-40B4-BE49-F238E27FC236}">
                  <a16:creationId xmlns:a16="http://schemas.microsoft.com/office/drawing/2014/main" id="{55F4E8D2-5B6B-49CD-93F4-1FB70E8E43B1}"/>
                </a:ext>
              </a:extLst>
            </p:cNvPr>
            <p:cNvSpPr/>
            <p:nvPr/>
          </p:nvSpPr>
          <p:spPr>
            <a:xfrm>
              <a:off x="57175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6" name="_k231">
              <a:extLst>
                <a:ext uri="{FF2B5EF4-FFF2-40B4-BE49-F238E27FC236}">
                  <a16:creationId xmlns:a16="http://schemas.microsoft.com/office/drawing/2014/main" id="{037F2324-5653-4332-8D88-D5FAC0AC7E02}"/>
                </a:ext>
              </a:extLst>
            </p:cNvPr>
            <p:cNvSpPr/>
            <p:nvPr/>
          </p:nvSpPr>
          <p:spPr>
            <a:xfrm>
              <a:off x="59436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7" name="_k232">
              <a:extLst>
                <a:ext uri="{FF2B5EF4-FFF2-40B4-BE49-F238E27FC236}">
                  <a16:creationId xmlns:a16="http://schemas.microsoft.com/office/drawing/2014/main" id="{073A83A0-E969-42BD-978B-5772D3EE9D99}"/>
                </a:ext>
              </a:extLst>
            </p:cNvPr>
            <p:cNvSpPr/>
            <p:nvPr/>
          </p:nvSpPr>
          <p:spPr>
            <a:xfrm>
              <a:off x="61696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8" name="_k233">
              <a:extLst>
                <a:ext uri="{FF2B5EF4-FFF2-40B4-BE49-F238E27FC236}">
                  <a16:creationId xmlns:a16="http://schemas.microsoft.com/office/drawing/2014/main" id="{E40B3629-972E-459E-9637-DBAD46A01DF0}"/>
                </a:ext>
              </a:extLst>
            </p:cNvPr>
            <p:cNvSpPr/>
            <p:nvPr/>
          </p:nvSpPr>
          <p:spPr>
            <a:xfrm>
              <a:off x="63957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9" name="_k234">
              <a:extLst>
                <a:ext uri="{FF2B5EF4-FFF2-40B4-BE49-F238E27FC236}">
                  <a16:creationId xmlns:a16="http://schemas.microsoft.com/office/drawing/2014/main" id="{574E28CE-AFFF-4699-A045-327A91957465}"/>
                </a:ext>
              </a:extLst>
            </p:cNvPr>
            <p:cNvSpPr/>
            <p:nvPr/>
          </p:nvSpPr>
          <p:spPr>
            <a:xfrm>
              <a:off x="66217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0" name="_k235">
              <a:extLst>
                <a:ext uri="{FF2B5EF4-FFF2-40B4-BE49-F238E27FC236}">
                  <a16:creationId xmlns:a16="http://schemas.microsoft.com/office/drawing/2014/main" id="{4181F505-1739-4DC8-A13F-5EE75DEEBF92}"/>
                </a:ext>
              </a:extLst>
            </p:cNvPr>
            <p:cNvSpPr/>
            <p:nvPr/>
          </p:nvSpPr>
          <p:spPr>
            <a:xfrm>
              <a:off x="68478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1" name="_k236">
              <a:extLst>
                <a:ext uri="{FF2B5EF4-FFF2-40B4-BE49-F238E27FC236}">
                  <a16:creationId xmlns:a16="http://schemas.microsoft.com/office/drawing/2014/main" id="{82186D97-9079-483E-96BF-14C93CCE6733}"/>
                </a:ext>
              </a:extLst>
            </p:cNvPr>
            <p:cNvSpPr/>
            <p:nvPr/>
          </p:nvSpPr>
          <p:spPr>
            <a:xfrm>
              <a:off x="707390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2" name="_k237">
              <a:extLst>
                <a:ext uri="{FF2B5EF4-FFF2-40B4-BE49-F238E27FC236}">
                  <a16:creationId xmlns:a16="http://schemas.microsoft.com/office/drawing/2014/main" id="{686342C0-703F-48C6-B134-DE898FD28DC1}"/>
                </a:ext>
              </a:extLst>
            </p:cNvPr>
            <p:cNvSpPr/>
            <p:nvPr/>
          </p:nvSpPr>
          <p:spPr>
            <a:xfrm>
              <a:off x="729996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3" name="_k238">
              <a:extLst>
                <a:ext uri="{FF2B5EF4-FFF2-40B4-BE49-F238E27FC236}">
                  <a16:creationId xmlns:a16="http://schemas.microsoft.com/office/drawing/2014/main" id="{1B9B9D24-9904-48AB-A531-B058F5C9F61B}"/>
                </a:ext>
              </a:extLst>
            </p:cNvPr>
            <p:cNvSpPr/>
            <p:nvPr/>
          </p:nvSpPr>
          <p:spPr>
            <a:xfrm>
              <a:off x="752602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4" name="_k239">
              <a:extLst>
                <a:ext uri="{FF2B5EF4-FFF2-40B4-BE49-F238E27FC236}">
                  <a16:creationId xmlns:a16="http://schemas.microsoft.com/office/drawing/2014/main" id="{E0E148E6-2117-4199-8520-163E2414519B}"/>
                </a:ext>
              </a:extLst>
            </p:cNvPr>
            <p:cNvSpPr/>
            <p:nvPr/>
          </p:nvSpPr>
          <p:spPr>
            <a:xfrm>
              <a:off x="775208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5" name="_k240">
              <a:extLst>
                <a:ext uri="{FF2B5EF4-FFF2-40B4-BE49-F238E27FC236}">
                  <a16:creationId xmlns:a16="http://schemas.microsoft.com/office/drawing/2014/main" id="{F398991C-7827-4854-9249-8B545249796B}"/>
                </a:ext>
              </a:extLst>
            </p:cNvPr>
            <p:cNvSpPr/>
            <p:nvPr/>
          </p:nvSpPr>
          <p:spPr>
            <a:xfrm>
              <a:off x="7978140" y="39979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7" name="!!m28_row8">
            <a:extLst>
              <a:ext uri="{FF2B5EF4-FFF2-40B4-BE49-F238E27FC236}">
                <a16:creationId xmlns:a16="http://schemas.microsoft.com/office/drawing/2014/main" id="{6ECFE613-7A46-443F-B0AE-A3848D19E0FC}"/>
              </a:ext>
            </a:extLst>
          </p:cNvPr>
          <p:cNvGrpSpPr/>
          <p:nvPr/>
        </p:nvGrpSpPr>
        <p:grpSpPr>
          <a:xfrm>
            <a:off x="1422400" y="4180840"/>
            <a:ext cx="6682740" cy="127000"/>
            <a:chOff x="1422400" y="4180840"/>
            <a:chExt cx="6682740" cy="127000"/>
          </a:xfrm>
        </p:grpSpPr>
        <p:sp>
          <p:nvSpPr>
            <p:cNvPr id="277" name="_k241">
              <a:extLst>
                <a:ext uri="{FF2B5EF4-FFF2-40B4-BE49-F238E27FC236}">
                  <a16:creationId xmlns:a16="http://schemas.microsoft.com/office/drawing/2014/main" id="{973F2135-1B75-4182-AEB0-79EF4EBEC1F7}"/>
                </a:ext>
              </a:extLst>
            </p:cNvPr>
            <p:cNvSpPr/>
            <p:nvPr/>
          </p:nvSpPr>
          <p:spPr>
            <a:xfrm>
              <a:off x="14224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8" name="_k242">
              <a:extLst>
                <a:ext uri="{FF2B5EF4-FFF2-40B4-BE49-F238E27FC236}">
                  <a16:creationId xmlns:a16="http://schemas.microsoft.com/office/drawing/2014/main" id="{A52F3768-FBD8-4258-8264-D5EF78C9EE32}"/>
                </a:ext>
              </a:extLst>
            </p:cNvPr>
            <p:cNvSpPr/>
            <p:nvPr/>
          </p:nvSpPr>
          <p:spPr>
            <a:xfrm>
              <a:off x="16484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_k243">
              <a:extLst>
                <a:ext uri="{FF2B5EF4-FFF2-40B4-BE49-F238E27FC236}">
                  <a16:creationId xmlns:a16="http://schemas.microsoft.com/office/drawing/2014/main" id="{C4CC1037-DC98-414B-A402-FA6C1FCFA427}"/>
                </a:ext>
              </a:extLst>
            </p:cNvPr>
            <p:cNvSpPr/>
            <p:nvPr/>
          </p:nvSpPr>
          <p:spPr>
            <a:xfrm>
              <a:off x="18745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_k244">
              <a:extLst>
                <a:ext uri="{FF2B5EF4-FFF2-40B4-BE49-F238E27FC236}">
                  <a16:creationId xmlns:a16="http://schemas.microsoft.com/office/drawing/2014/main" id="{7B82431D-6558-42F0-8C28-39AB9A646F35}"/>
                </a:ext>
              </a:extLst>
            </p:cNvPr>
            <p:cNvSpPr/>
            <p:nvPr/>
          </p:nvSpPr>
          <p:spPr>
            <a:xfrm>
              <a:off x="21005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1" name="_k245">
              <a:extLst>
                <a:ext uri="{FF2B5EF4-FFF2-40B4-BE49-F238E27FC236}">
                  <a16:creationId xmlns:a16="http://schemas.microsoft.com/office/drawing/2014/main" id="{8FD046E9-D5A3-425F-B605-A800E2D62E05}"/>
                </a:ext>
              </a:extLst>
            </p:cNvPr>
            <p:cNvSpPr/>
            <p:nvPr/>
          </p:nvSpPr>
          <p:spPr>
            <a:xfrm>
              <a:off x="23266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_k246">
              <a:extLst>
                <a:ext uri="{FF2B5EF4-FFF2-40B4-BE49-F238E27FC236}">
                  <a16:creationId xmlns:a16="http://schemas.microsoft.com/office/drawing/2014/main" id="{48288AF5-F5D1-493F-B146-BCD646C79777}"/>
                </a:ext>
              </a:extLst>
            </p:cNvPr>
            <p:cNvSpPr/>
            <p:nvPr/>
          </p:nvSpPr>
          <p:spPr>
            <a:xfrm>
              <a:off x="25527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_k247">
              <a:extLst>
                <a:ext uri="{FF2B5EF4-FFF2-40B4-BE49-F238E27FC236}">
                  <a16:creationId xmlns:a16="http://schemas.microsoft.com/office/drawing/2014/main" id="{1F289775-F601-4684-B9B8-962405DD0FB8}"/>
                </a:ext>
              </a:extLst>
            </p:cNvPr>
            <p:cNvSpPr/>
            <p:nvPr/>
          </p:nvSpPr>
          <p:spPr>
            <a:xfrm>
              <a:off x="27787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4" name="_k248">
              <a:extLst>
                <a:ext uri="{FF2B5EF4-FFF2-40B4-BE49-F238E27FC236}">
                  <a16:creationId xmlns:a16="http://schemas.microsoft.com/office/drawing/2014/main" id="{3E1402B8-D232-47E2-B58C-B433048D8B25}"/>
                </a:ext>
              </a:extLst>
            </p:cNvPr>
            <p:cNvSpPr/>
            <p:nvPr/>
          </p:nvSpPr>
          <p:spPr>
            <a:xfrm>
              <a:off x="30048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5" name="_k249">
              <a:extLst>
                <a:ext uri="{FF2B5EF4-FFF2-40B4-BE49-F238E27FC236}">
                  <a16:creationId xmlns:a16="http://schemas.microsoft.com/office/drawing/2014/main" id="{E040C21E-F9E2-4DEB-86F0-3353C61E56DD}"/>
                </a:ext>
              </a:extLst>
            </p:cNvPr>
            <p:cNvSpPr/>
            <p:nvPr/>
          </p:nvSpPr>
          <p:spPr>
            <a:xfrm>
              <a:off x="32308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_k250">
              <a:extLst>
                <a:ext uri="{FF2B5EF4-FFF2-40B4-BE49-F238E27FC236}">
                  <a16:creationId xmlns:a16="http://schemas.microsoft.com/office/drawing/2014/main" id="{3851E7CD-2B66-4857-8AA7-4AB2DEFCCF2C}"/>
                </a:ext>
              </a:extLst>
            </p:cNvPr>
            <p:cNvSpPr/>
            <p:nvPr/>
          </p:nvSpPr>
          <p:spPr>
            <a:xfrm>
              <a:off x="34569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7" name="_k251">
              <a:extLst>
                <a:ext uri="{FF2B5EF4-FFF2-40B4-BE49-F238E27FC236}">
                  <a16:creationId xmlns:a16="http://schemas.microsoft.com/office/drawing/2014/main" id="{BF67FB7A-EAB1-4462-A61E-B0CC92FB35F3}"/>
                </a:ext>
              </a:extLst>
            </p:cNvPr>
            <p:cNvSpPr/>
            <p:nvPr/>
          </p:nvSpPr>
          <p:spPr>
            <a:xfrm>
              <a:off x="36830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8" name="_k252">
              <a:extLst>
                <a:ext uri="{FF2B5EF4-FFF2-40B4-BE49-F238E27FC236}">
                  <a16:creationId xmlns:a16="http://schemas.microsoft.com/office/drawing/2014/main" id="{0DD59475-7E1B-4990-AC4E-36D884B259B4}"/>
                </a:ext>
              </a:extLst>
            </p:cNvPr>
            <p:cNvSpPr/>
            <p:nvPr/>
          </p:nvSpPr>
          <p:spPr>
            <a:xfrm>
              <a:off x="39090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_k253">
              <a:extLst>
                <a:ext uri="{FF2B5EF4-FFF2-40B4-BE49-F238E27FC236}">
                  <a16:creationId xmlns:a16="http://schemas.microsoft.com/office/drawing/2014/main" id="{1330E827-C461-421E-95FF-BBF6D852256E}"/>
                </a:ext>
              </a:extLst>
            </p:cNvPr>
            <p:cNvSpPr/>
            <p:nvPr/>
          </p:nvSpPr>
          <p:spPr>
            <a:xfrm>
              <a:off x="41351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_k254">
              <a:extLst>
                <a:ext uri="{FF2B5EF4-FFF2-40B4-BE49-F238E27FC236}">
                  <a16:creationId xmlns:a16="http://schemas.microsoft.com/office/drawing/2014/main" id="{AB0EABDB-9B6C-42F2-9CC0-1CD8DDCB7671}"/>
                </a:ext>
              </a:extLst>
            </p:cNvPr>
            <p:cNvSpPr/>
            <p:nvPr/>
          </p:nvSpPr>
          <p:spPr>
            <a:xfrm>
              <a:off x="43611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_k255">
              <a:extLst>
                <a:ext uri="{FF2B5EF4-FFF2-40B4-BE49-F238E27FC236}">
                  <a16:creationId xmlns:a16="http://schemas.microsoft.com/office/drawing/2014/main" id="{5ABE617D-F7A8-4AAD-A883-E9E2FA9C46A3}"/>
                </a:ext>
              </a:extLst>
            </p:cNvPr>
            <p:cNvSpPr/>
            <p:nvPr/>
          </p:nvSpPr>
          <p:spPr>
            <a:xfrm>
              <a:off x="45872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_k256">
              <a:extLst>
                <a:ext uri="{FF2B5EF4-FFF2-40B4-BE49-F238E27FC236}">
                  <a16:creationId xmlns:a16="http://schemas.microsoft.com/office/drawing/2014/main" id="{70EC2745-CB8F-4E12-8AD6-EB2417E12F30}"/>
                </a:ext>
              </a:extLst>
            </p:cNvPr>
            <p:cNvSpPr/>
            <p:nvPr/>
          </p:nvSpPr>
          <p:spPr>
            <a:xfrm>
              <a:off x="48133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_k257">
              <a:extLst>
                <a:ext uri="{FF2B5EF4-FFF2-40B4-BE49-F238E27FC236}">
                  <a16:creationId xmlns:a16="http://schemas.microsoft.com/office/drawing/2014/main" id="{40CD1843-3A3D-4D04-8F2D-2AB1D0615FF7}"/>
                </a:ext>
              </a:extLst>
            </p:cNvPr>
            <p:cNvSpPr/>
            <p:nvPr/>
          </p:nvSpPr>
          <p:spPr>
            <a:xfrm>
              <a:off x="50393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4" name="_k258">
              <a:extLst>
                <a:ext uri="{FF2B5EF4-FFF2-40B4-BE49-F238E27FC236}">
                  <a16:creationId xmlns:a16="http://schemas.microsoft.com/office/drawing/2014/main" id="{444BB779-14FC-4CF3-A084-913342DD2336}"/>
                </a:ext>
              </a:extLst>
            </p:cNvPr>
            <p:cNvSpPr/>
            <p:nvPr/>
          </p:nvSpPr>
          <p:spPr>
            <a:xfrm>
              <a:off x="52654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_k259">
              <a:extLst>
                <a:ext uri="{FF2B5EF4-FFF2-40B4-BE49-F238E27FC236}">
                  <a16:creationId xmlns:a16="http://schemas.microsoft.com/office/drawing/2014/main" id="{A607B409-B79A-4DCF-9656-96678C23C29A}"/>
                </a:ext>
              </a:extLst>
            </p:cNvPr>
            <p:cNvSpPr/>
            <p:nvPr/>
          </p:nvSpPr>
          <p:spPr>
            <a:xfrm>
              <a:off x="54914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6" name="_k260">
              <a:extLst>
                <a:ext uri="{FF2B5EF4-FFF2-40B4-BE49-F238E27FC236}">
                  <a16:creationId xmlns:a16="http://schemas.microsoft.com/office/drawing/2014/main" id="{FEAD10B1-889F-4478-85D7-B03D5795FF83}"/>
                </a:ext>
              </a:extLst>
            </p:cNvPr>
            <p:cNvSpPr/>
            <p:nvPr/>
          </p:nvSpPr>
          <p:spPr>
            <a:xfrm>
              <a:off x="57175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7" name="_k261">
              <a:extLst>
                <a:ext uri="{FF2B5EF4-FFF2-40B4-BE49-F238E27FC236}">
                  <a16:creationId xmlns:a16="http://schemas.microsoft.com/office/drawing/2014/main" id="{7F7564DA-DB1B-4BE7-9E2A-FBDE21C6549B}"/>
                </a:ext>
              </a:extLst>
            </p:cNvPr>
            <p:cNvSpPr/>
            <p:nvPr/>
          </p:nvSpPr>
          <p:spPr>
            <a:xfrm>
              <a:off x="59436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_k262">
              <a:extLst>
                <a:ext uri="{FF2B5EF4-FFF2-40B4-BE49-F238E27FC236}">
                  <a16:creationId xmlns:a16="http://schemas.microsoft.com/office/drawing/2014/main" id="{D9C0E673-6FAF-47C3-96C1-E45F7951D041}"/>
                </a:ext>
              </a:extLst>
            </p:cNvPr>
            <p:cNvSpPr/>
            <p:nvPr/>
          </p:nvSpPr>
          <p:spPr>
            <a:xfrm>
              <a:off x="61696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_k263">
              <a:extLst>
                <a:ext uri="{FF2B5EF4-FFF2-40B4-BE49-F238E27FC236}">
                  <a16:creationId xmlns:a16="http://schemas.microsoft.com/office/drawing/2014/main" id="{7646760E-0758-45BA-A827-9D021EDF3E3C}"/>
                </a:ext>
              </a:extLst>
            </p:cNvPr>
            <p:cNvSpPr/>
            <p:nvPr/>
          </p:nvSpPr>
          <p:spPr>
            <a:xfrm>
              <a:off x="63957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0" name="_k264">
              <a:extLst>
                <a:ext uri="{FF2B5EF4-FFF2-40B4-BE49-F238E27FC236}">
                  <a16:creationId xmlns:a16="http://schemas.microsoft.com/office/drawing/2014/main" id="{825F6F0E-4DD0-4431-8531-9BABB62CDCC0}"/>
                </a:ext>
              </a:extLst>
            </p:cNvPr>
            <p:cNvSpPr/>
            <p:nvPr/>
          </p:nvSpPr>
          <p:spPr>
            <a:xfrm>
              <a:off x="66217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_k265">
              <a:extLst>
                <a:ext uri="{FF2B5EF4-FFF2-40B4-BE49-F238E27FC236}">
                  <a16:creationId xmlns:a16="http://schemas.microsoft.com/office/drawing/2014/main" id="{D18FB2DE-78BB-4FBE-AE69-1BFCD56EAA03}"/>
                </a:ext>
              </a:extLst>
            </p:cNvPr>
            <p:cNvSpPr/>
            <p:nvPr/>
          </p:nvSpPr>
          <p:spPr>
            <a:xfrm>
              <a:off x="68478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2" name="_k266">
              <a:extLst>
                <a:ext uri="{FF2B5EF4-FFF2-40B4-BE49-F238E27FC236}">
                  <a16:creationId xmlns:a16="http://schemas.microsoft.com/office/drawing/2014/main" id="{B9090677-8043-4B41-8270-D91436E25193}"/>
                </a:ext>
              </a:extLst>
            </p:cNvPr>
            <p:cNvSpPr/>
            <p:nvPr/>
          </p:nvSpPr>
          <p:spPr>
            <a:xfrm>
              <a:off x="707390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_k267">
              <a:extLst>
                <a:ext uri="{FF2B5EF4-FFF2-40B4-BE49-F238E27FC236}">
                  <a16:creationId xmlns:a16="http://schemas.microsoft.com/office/drawing/2014/main" id="{63A3B58A-9475-4732-AD70-EFDF6E13402D}"/>
                </a:ext>
              </a:extLst>
            </p:cNvPr>
            <p:cNvSpPr/>
            <p:nvPr/>
          </p:nvSpPr>
          <p:spPr>
            <a:xfrm>
              <a:off x="729996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_k268">
              <a:extLst>
                <a:ext uri="{FF2B5EF4-FFF2-40B4-BE49-F238E27FC236}">
                  <a16:creationId xmlns:a16="http://schemas.microsoft.com/office/drawing/2014/main" id="{A851F777-4D3E-426E-AEB2-DD8C46DD3A40}"/>
                </a:ext>
              </a:extLst>
            </p:cNvPr>
            <p:cNvSpPr/>
            <p:nvPr/>
          </p:nvSpPr>
          <p:spPr>
            <a:xfrm>
              <a:off x="752602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_k269">
              <a:extLst>
                <a:ext uri="{FF2B5EF4-FFF2-40B4-BE49-F238E27FC236}">
                  <a16:creationId xmlns:a16="http://schemas.microsoft.com/office/drawing/2014/main" id="{37F43D5B-D74D-4422-98AA-1EA79252D9EC}"/>
                </a:ext>
              </a:extLst>
            </p:cNvPr>
            <p:cNvSpPr/>
            <p:nvPr/>
          </p:nvSpPr>
          <p:spPr>
            <a:xfrm>
              <a:off x="775208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6" name="_k270">
              <a:extLst>
                <a:ext uri="{FF2B5EF4-FFF2-40B4-BE49-F238E27FC236}">
                  <a16:creationId xmlns:a16="http://schemas.microsoft.com/office/drawing/2014/main" id="{E2290561-31C7-4FD9-985A-9B7DC2E6ADD7}"/>
                </a:ext>
              </a:extLst>
            </p:cNvPr>
            <p:cNvSpPr/>
            <p:nvPr/>
          </p:nvSpPr>
          <p:spPr>
            <a:xfrm>
              <a:off x="7978140" y="41808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8" name="!!m28_row9">
            <a:extLst>
              <a:ext uri="{FF2B5EF4-FFF2-40B4-BE49-F238E27FC236}">
                <a16:creationId xmlns:a16="http://schemas.microsoft.com/office/drawing/2014/main" id="{BA4539C7-E317-42C8-8324-A0771C5C56BD}"/>
              </a:ext>
            </a:extLst>
          </p:cNvPr>
          <p:cNvGrpSpPr/>
          <p:nvPr/>
        </p:nvGrpSpPr>
        <p:grpSpPr>
          <a:xfrm>
            <a:off x="1422400" y="4363720"/>
            <a:ext cx="6682740" cy="127000"/>
            <a:chOff x="1422400" y="4363720"/>
            <a:chExt cx="6682740" cy="127000"/>
          </a:xfrm>
        </p:grpSpPr>
        <p:sp>
          <p:nvSpPr>
            <p:cNvPr id="308" name="_k271">
              <a:extLst>
                <a:ext uri="{FF2B5EF4-FFF2-40B4-BE49-F238E27FC236}">
                  <a16:creationId xmlns:a16="http://schemas.microsoft.com/office/drawing/2014/main" id="{BD79405B-E2D7-4EE6-8DF1-F9EA84D51883}"/>
                </a:ext>
              </a:extLst>
            </p:cNvPr>
            <p:cNvSpPr/>
            <p:nvPr/>
          </p:nvSpPr>
          <p:spPr>
            <a:xfrm>
              <a:off x="14224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_k272">
              <a:extLst>
                <a:ext uri="{FF2B5EF4-FFF2-40B4-BE49-F238E27FC236}">
                  <a16:creationId xmlns:a16="http://schemas.microsoft.com/office/drawing/2014/main" id="{E5ABC2AE-7100-4075-B3E8-CA4DE92C322C}"/>
                </a:ext>
              </a:extLst>
            </p:cNvPr>
            <p:cNvSpPr/>
            <p:nvPr/>
          </p:nvSpPr>
          <p:spPr>
            <a:xfrm>
              <a:off x="16484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0" name="_k273">
              <a:extLst>
                <a:ext uri="{FF2B5EF4-FFF2-40B4-BE49-F238E27FC236}">
                  <a16:creationId xmlns:a16="http://schemas.microsoft.com/office/drawing/2014/main" id="{41F9CEA2-83BA-4619-905F-08FFB78F56F9}"/>
                </a:ext>
              </a:extLst>
            </p:cNvPr>
            <p:cNvSpPr/>
            <p:nvPr/>
          </p:nvSpPr>
          <p:spPr>
            <a:xfrm>
              <a:off x="18745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_k274">
              <a:extLst>
                <a:ext uri="{FF2B5EF4-FFF2-40B4-BE49-F238E27FC236}">
                  <a16:creationId xmlns:a16="http://schemas.microsoft.com/office/drawing/2014/main" id="{4EE93D58-FC72-4F52-BD9F-B2884F5F206D}"/>
                </a:ext>
              </a:extLst>
            </p:cNvPr>
            <p:cNvSpPr/>
            <p:nvPr/>
          </p:nvSpPr>
          <p:spPr>
            <a:xfrm>
              <a:off x="21005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_k275">
              <a:extLst>
                <a:ext uri="{FF2B5EF4-FFF2-40B4-BE49-F238E27FC236}">
                  <a16:creationId xmlns:a16="http://schemas.microsoft.com/office/drawing/2014/main" id="{37C4E1DF-1E23-4B77-9F06-608F2D00FABB}"/>
                </a:ext>
              </a:extLst>
            </p:cNvPr>
            <p:cNvSpPr/>
            <p:nvPr/>
          </p:nvSpPr>
          <p:spPr>
            <a:xfrm>
              <a:off x="23266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3" name="_k276">
              <a:extLst>
                <a:ext uri="{FF2B5EF4-FFF2-40B4-BE49-F238E27FC236}">
                  <a16:creationId xmlns:a16="http://schemas.microsoft.com/office/drawing/2014/main" id="{BAFE0ECF-B5C2-4460-B9C7-C56EF3D3B263}"/>
                </a:ext>
              </a:extLst>
            </p:cNvPr>
            <p:cNvSpPr/>
            <p:nvPr/>
          </p:nvSpPr>
          <p:spPr>
            <a:xfrm>
              <a:off x="25527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4" name="_k277">
              <a:extLst>
                <a:ext uri="{FF2B5EF4-FFF2-40B4-BE49-F238E27FC236}">
                  <a16:creationId xmlns:a16="http://schemas.microsoft.com/office/drawing/2014/main" id="{7996215F-1E44-4108-BD31-3D0E34354DDD}"/>
                </a:ext>
              </a:extLst>
            </p:cNvPr>
            <p:cNvSpPr/>
            <p:nvPr/>
          </p:nvSpPr>
          <p:spPr>
            <a:xfrm>
              <a:off x="27787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5" name="_k278">
              <a:extLst>
                <a:ext uri="{FF2B5EF4-FFF2-40B4-BE49-F238E27FC236}">
                  <a16:creationId xmlns:a16="http://schemas.microsoft.com/office/drawing/2014/main" id="{B78A9885-BD3B-461F-9CA9-99F0CC666E6D}"/>
                </a:ext>
              </a:extLst>
            </p:cNvPr>
            <p:cNvSpPr/>
            <p:nvPr/>
          </p:nvSpPr>
          <p:spPr>
            <a:xfrm>
              <a:off x="30048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6" name="_k279">
              <a:extLst>
                <a:ext uri="{FF2B5EF4-FFF2-40B4-BE49-F238E27FC236}">
                  <a16:creationId xmlns:a16="http://schemas.microsoft.com/office/drawing/2014/main" id="{3CA7EED2-4515-480F-B602-A1ED4E6C64D5}"/>
                </a:ext>
              </a:extLst>
            </p:cNvPr>
            <p:cNvSpPr/>
            <p:nvPr/>
          </p:nvSpPr>
          <p:spPr>
            <a:xfrm>
              <a:off x="32308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_k280">
              <a:extLst>
                <a:ext uri="{FF2B5EF4-FFF2-40B4-BE49-F238E27FC236}">
                  <a16:creationId xmlns:a16="http://schemas.microsoft.com/office/drawing/2014/main" id="{83EF13EF-3E4F-4024-BBC9-79435BC5654B}"/>
                </a:ext>
              </a:extLst>
            </p:cNvPr>
            <p:cNvSpPr/>
            <p:nvPr/>
          </p:nvSpPr>
          <p:spPr>
            <a:xfrm>
              <a:off x="34569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8" name="_k281">
              <a:extLst>
                <a:ext uri="{FF2B5EF4-FFF2-40B4-BE49-F238E27FC236}">
                  <a16:creationId xmlns:a16="http://schemas.microsoft.com/office/drawing/2014/main" id="{D5DC62DE-FBE3-47FC-8594-429FE6A2478B}"/>
                </a:ext>
              </a:extLst>
            </p:cNvPr>
            <p:cNvSpPr/>
            <p:nvPr/>
          </p:nvSpPr>
          <p:spPr>
            <a:xfrm>
              <a:off x="36830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_k282">
              <a:extLst>
                <a:ext uri="{FF2B5EF4-FFF2-40B4-BE49-F238E27FC236}">
                  <a16:creationId xmlns:a16="http://schemas.microsoft.com/office/drawing/2014/main" id="{D030E5E5-9FF6-48DA-9A80-E11AE144258A}"/>
                </a:ext>
              </a:extLst>
            </p:cNvPr>
            <p:cNvSpPr/>
            <p:nvPr/>
          </p:nvSpPr>
          <p:spPr>
            <a:xfrm>
              <a:off x="39090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_k283">
              <a:extLst>
                <a:ext uri="{FF2B5EF4-FFF2-40B4-BE49-F238E27FC236}">
                  <a16:creationId xmlns:a16="http://schemas.microsoft.com/office/drawing/2014/main" id="{5B1A655E-B169-49DA-A083-A82A3D625BC8}"/>
                </a:ext>
              </a:extLst>
            </p:cNvPr>
            <p:cNvSpPr/>
            <p:nvPr/>
          </p:nvSpPr>
          <p:spPr>
            <a:xfrm>
              <a:off x="41351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1" name="_k284">
              <a:extLst>
                <a:ext uri="{FF2B5EF4-FFF2-40B4-BE49-F238E27FC236}">
                  <a16:creationId xmlns:a16="http://schemas.microsoft.com/office/drawing/2014/main" id="{027032E1-0BE3-4669-AB1E-2B5732D3B065}"/>
                </a:ext>
              </a:extLst>
            </p:cNvPr>
            <p:cNvSpPr/>
            <p:nvPr/>
          </p:nvSpPr>
          <p:spPr>
            <a:xfrm>
              <a:off x="43611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2" name="_k285">
              <a:extLst>
                <a:ext uri="{FF2B5EF4-FFF2-40B4-BE49-F238E27FC236}">
                  <a16:creationId xmlns:a16="http://schemas.microsoft.com/office/drawing/2014/main" id="{204FF3C3-DFF5-4DCE-A6D6-B3F563D3E30E}"/>
                </a:ext>
              </a:extLst>
            </p:cNvPr>
            <p:cNvSpPr/>
            <p:nvPr/>
          </p:nvSpPr>
          <p:spPr>
            <a:xfrm>
              <a:off x="45872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3" name="_k286">
              <a:extLst>
                <a:ext uri="{FF2B5EF4-FFF2-40B4-BE49-F238E27FC236}">
                  <a16:creationId xmlns:a16="http://schemas.microsoft.com/office/drawing/2014/main" id="{E8CB9DEF-2B09-411E-BB65-74DA01B305EF}"/>
                </a:ext>
              </a:extLst>
            </p:cNvPr>
            <p:cNvSpPr/>
            <p:nvPr/>
          </p:nvSpPr>
          <p:spPr>
            <a:xfrm>
              <a:off x="48133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4" name="_k287">
              <a:extLst>
                <a:ext uri="{FF2B5EF4-FFF2-40B4-BE49-F238E27FC236}">
                  <a16:creationId xmlns:a16="http://schemas.microsoft.com/office/drawing/2014/main" id="{0502609C-07F1-4953-A02F-2EA67FA22763}"/>
                </a:ext>
              </a:extLst>
            </p:cNvPr>
            <p:cNvSpPr/>
            <p:nvPr/>
          </p:nvSpPr>
          <p:spPr>
            <a:xfrm>
              <a:off x="50393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5" name="_k288">
              <a:extLst>
                <a:ext uri="{FF2B5EF4-FFF2-40B4-BE49-F238E27FC236}">
                  <a16:creationId xmlns:a16="http://schemas.microsoft.com/office/drawing/2014/main" id="{95DAE5C8-8992-4698-BBEE-4698BC597C02}"/>
                </a:ext>
              </a:extLst>
            </p:cNvPr>
            <p:cNvSpPr/>
            <p:nvPr/>
          </p:nvSpPr>
          <p:spPr>
            <a:xfrm>
              <a:off x="52654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6" name="_k289">
              <a:extLst>
                <a:ext uri="{FF2B5EF4-FFF2-40B4-BE49-F238E27FC236}">
                  <a16:creationId xmlns:a16="http://schemas.microsoft.com/office/drawing/2014/main" id="{5D1F03C6-FCAB-48BD-9B38-8F9CA3B46CEA}"/>
                </a:ext>
              </a:extLst>
            </p:cNvPr>
            <p:cNvSpPr/>
            <p:nvPr/>
          </p:nvSpPr>
          <p:spPr>
            <a:xfrm>
              <a:off x="54914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7" name="_k290">
              <a:extLst>
                <a:ext uri="{FF2B5EF4-FFF2-40B4-BE49-F238E27FC236}">
                  <a16:creationId xmlns:a16="http://schemas.microsoft.com/office/drawing/2014/main" id="{689F9C13-8F62-4919-A457-13D209671420}"/>
                </a:ext>
              </a:extLst>
            </p:cNvPr>
            <p:cNvSpPr/>
            <p:nvPr/>
          </p:nvSpPr>
          <p:spPr>
            <a:xfrm>
              <a:off x="57175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_k291">
              <a:extLst>
                <a:ext uri="{FF2B5EF4-FFF2-40B4-BE49-F238E27FC236}">
                  <a16:creationId xmlns:a16="http://schemas.microsoft.com/office/drawing/2014/main" id="{376A90C5-1B0D-43D0-A590-DA67499DAB1A}"/>
                </a:ext>
              </a:extLst>
            </p:cNvPr>
            <p:cNvSpPr/>
            <p:nvPr/>
          </p:nvSpPr>
          <p:spPr>
            <a:xfrm>
              <a:off x="59436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9" name="_k292">
              <a:extLst>
                <a:ext uri="{FF2B5EF4-FFF2-40B4-BE49-F238E27FC236}">
                  <a16:creationId xmlns:a16="http://schemas.microsoft.com/office/drawing/2014/main" id="{9C188DA8-144E-46E8-8218-B736366D5A20}"/>
                </a:ext>
              </a:extLst>
            </p:cNvPr>
            <p:cNvSpPr/>
            <p:nvPr/>
          </p:nvSpPr>
          <p:spPr>
            <a:xfrm>
              <a:off x="61696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_k293">
              <a:extLst>
                <a:ext uri="{FF2B5EF4-FFF2-40B4-BE49-F238E27FC236}">
                  <a16:creationId xmlns:a16="http://schemas.microsoft.com/office/drawing/2014/main" id="{8EA51E86-7D56-472A-A8D2-91D8303F799E}"/>
                </a:ext>
              </a:extLst>
            </p:cNvPr>
            <p:cNvSpPr/>
            <p:nvPr/>
          </p:nvSpPr>
          <p:spPr>
            <a:xfrm>
              <a:off x="63957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1" name="_k294">
              <a:extLst>
                <a:ext uri="{FF2B5EF4-FFF2-40B4-BE49-F238E27FC236}">
                  <a16:creationId xmlns:a16="http://schemas.microsoft.com/office/drawing/2014/main" id="{38D3F8D9-E319-49EF-992D-D127CB076751}"/>
                </a:ext>
              </a:extLst>
            </p:cNvPr>
            <p:cNvSpPr/>
            <p:nvPr/>
          </p:nvSpPr>
          <p:spPr>
            <a:xfrm>
              <a:off x="66217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_k295">
              <a:extLst>
                <a:ext uri="{FF2B5EF4-FFF2-40B4-BE49-F238E27FC236}">
                  <a16:creationId xmlns:a16="http://schemas.microsoft.com/office/drawing/2014/main" id="{EDEC9556-EC39-4970-B8A9-7C9BBDC9B30D}"/>
                </a:ext>
              </a:extLst>
            </p:cNvPr>
            <p:cNvSpPr/>
            <p:nvPr/>
          </p:nvSpPr>
          <p:spPr>
            <a:xfrm>
              <a:off x="68478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_k296">
              <a:extLst>
                <a:ext uri="{FF2B5EF4-FFF2-40B4-BE49-F238E27FC236}">
                  <a16:creationId xmlns:a16="http://schemas.microsoft.com/office/drawing/2014/main" id="{64CC643A-523D-43FB-AB2D-96E3A3F81598}"/>
                </a:ext>
              </a:extLst>
            </p:cNvPr>
            <p:cNvSpPr/>
            <p:nvPr/>
          </p:nvSpPr>
          <p:spPr>
            <a:xfrm>
              <a:off x="707390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4" name="_k297">
              <a:extLst>
                <a:ext uri="{FF2B5EF4-FFF2-40B4-BE49-F238E27FC236}">
                  <a16:creationId xmlns:a16="http://schemas.microsoft.com/office/drawing/2014/main" id="{B7B8DC32-7BE0-4AE7-B166-12D961F2DADE}"/>
                </a:ext>
              </a:extLst>
            </p:cNvPr>
            <p:cNvSpPr/>
            <p:nvPr/>
          </p:nvSpPr>
          <p:spPr>
            <a:xfrm>
              <a:off x="729996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5" name="_k298">
              <a:extLst>
                <a:ext uri="{FF2B5EF4-FFF2-40B4-BE49-F238E27FC236}">
                  <a16:creationId xmlns:a16="http://schemas.microsoft.com/office/drawing/2014/main" id="{CECF91F9-D149-44AE-AABB-7075BFB8FD6A}"/>
                </a:ext>
              </a:extLst>
            </p:cNvPr>
            <p:cNvSpPr/>
            <p:nvPr/>
          </p:nvSpPr>
          <p:spPr>
            <a:xfrm>
              <a:off x="752602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6" name="_k299">
              <a:extLst>
                <a:ext uri="{FF2B5EF4-FFF2-40B4-BE49-F238E27FC236}">
                  <a16:creationId xmlns:a16="http://schemas.microsoft.com/office/drawing/2014/main" id="{BB043CD2-49AC-4A0C-B28A-00F12DCFD147}"/>
                </a:ext>
              </a:extLst>
            </p:cNvPr>
            <p:cNvSpPr/>
            <p:nvPr/>
          </p:nvSpPr>
          <p:spPr>
            <a:xfrm>
              <a:off x="775208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7" name="_k300">
              <a:extLst>
                <a:ext uri="{FF2B5EF4-FFF2-40B4-BE49-F238E27FC236}">
                  <a16:creationId xmlns:a16="http://schemas.microsoft.com/office/drawing/2014/main" id="{D66B69D6-CF4F-498E-90C2-4C11CAB6233D}"/>
                </a:ext>
              </a:extLst>
            </p:cNvPr>
            <p:cNvSpPr/>
            <p:nvPr/>
          </p:nvSpPr>
          <p:spPr>
            <a:xfrm>
              <a:off x="7978140" y="43637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9" name="!!m28_row10">
            <a:extLst>
              <a:ext uri="{FF2B5EF4-FFF2-40B4-BE49-F238E27FC236}">
                <a16:creationId xmlns:a16="http://schemas.microsoft.com/office/drawing/2014/main" id="{1C45FBD6-8BF1-47CC-9D07-65B6ABEDA14B}"/>
              </a:ext>
            </a:extLst>
          </p:cNvPr>
          <p:cNvGrpSpPr/>
          <p:nvPr/>
        </p:nvGrpSpPr>
        <p:grpSpPr>
          <a:xfrm>
            <a:off x="1422400" y="4546600"/>
            <a:ext cx="6682740" cy="127000"/>
            <a:chOff x="1422400" y="4546600"/>
            <a:chExt cx="6682740" cy="127000"/>
          </a:xfrm>
        </p:grpSpPr>
        <p:sp>
          <p:nvSpPr>
            <p:cNvPr id="339" name="_k301">
              <a:extLst>
                <a:ext uri="{FF2B5EF4-FFF2-40B4-BE49-F238E27FC236}">
                  <a16:creationId xmlns:a16="http://schemas.microsoft.com/office/drawing/2014/main" id="{55CD1FAF-8E89-400B-A74E-3A1FD13C9963}"/>
                </a:ext>
              </a:extLst>
            </p:cNvPr>
            <p:cNvSpPr/>
            <p:nvPr/>
          </p:nvSpPr>
          <p:spPr>
            <a:xfrm>
              <a:off x="14224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" name="_k302">
              <a:extLst>
                <a:ext uri="{FF2B5EF4-FFF2-40B4-BE49-F238E27FC236}">
                  <a16:creationId xmlns:a16="http://schemas.microsoft.com/office/drawing/2014/main" id="{8BC8C771-E2C6-4C27-AAC3-574A103C2133}"/>
                </a:ext>
              </a:extLst>
            </p:cNvPr>
            <p:cNvSpPr/>
            <p:nvPr/>
          </p:nvSpPr>
          <p:spPr>
            <a:xfrm>
              <a:off x="16484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" name="_k303">
              <a:extLst>
                <a:ext uri="{FF2B5EF4-FFF2-40B4-BE49-F238E27FC236}">
                  <a16:creationId xmlns:a16="http://schemas.microsoft.com/office/drawing/2014/main" id="{C36E995D-FA6C-4937-8E0A-CB73BE3CB3C8}"/>
                </a:ext>
              </a:extLst>
            </p:cNvPr>
            <p:cNvSpPr/>
            <p:nvPr/>
          </p:nvSpPr>
          <p:spPr>
            <a:xfrm>
              <a:off x="18745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" name="_k304">
              <a:extLst>
                <a:ext uri="{FF2B5EF4-FFF2-40B4-BE49-F238E27FC236}">
                  <a16:creationId xmlns:a16="http://schemas.microsoft.com/office/drawing/2014/main" id="{2DC58DFD-B214-4F1D-973A-980967A0CC22}"/>
                </a:ext>
              </a:extLst>
            </p:cNvPr>
            <p:cNvSpPr/>
            <p:nvPr/>
          </p:nvSpPr>
          <p:spPr>
            <a:xfrm>
              <a:off x="21005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" name="_k305">
              <a:extLst>
                <a:ext uri="{FF2B5EF4-FFF2-40B4-BE49-F238E27FC236}">
                  <a16:creationId xmlns:a16="http://schemas.microsoft.com/office/drawing/2014/main" id="{27C21F1A-9480-46CE-B260-B9867F2F6105}"/>
                </a:ext>
              </a:extLst>
            </p:cNvPr>
            <p:cNvSpPr/>
            <p:nvPr/>
          </p:nvSpPr>
          <p:spPr>
            <a:xfrm>
              <a:off x="23266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" name="_k306">
              <a:extLst>
                <a:ext uri="{FF2B5EF4-FFF2-40B4-BE49-F238E27FC236}">
                  <a16:creationId xmlns:a16="http://schemas.microsoft.com/office/drawing/2014/main" id="{458CD1D3-D0B5-4301-B51D-34334A06B711}"/>
                </a:ext>
              </a:extLst>
            </p:cNvPr>
            <p:cNvSpPr/>
            <p:nvPr/>
          </p:nvSpPr>
          <p:spPr>
            <a:xfrm>
              <a:off x="25527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" name="_k307">
              <a:extLst>
                <a:ext uri="{FF2B5EF4-FFF2-40B4-BE49-F238E27FC236}">
                  <a16:creationId xmlns:a16="http://schemas.microsoft.com/office/drawing/2014/main" id="{0D0BA69D-D6E6-40EB-847C-47248C12321A}"/>
                </a:ext>
              </a:extLst>
            </p:cNvPr>
            <p:cNvSpPr/>
            <p:nvPr/>
          </p:nvSpPr>
          <p:spPr>
            <a:xfrm>
              <a:off x="27787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" name="_k308">
              <a:extLst>
                <a:ext uri="{FF2B5EF4-FFF2-40B4-BE49-F238E27FC236}">
                  <a16:creationId xmlns:a16="http://schemas.microsoft.com/office/drawing/2014/main" id="{39EC8576-8ADD-4E21-A96C-599296CCD849}"/>
                </a:ext>
              </a:extLst>
            </p:cNvPr>
            <p:cNvSpPr/>
            <p:nvPr/>
          </p:nvSpPr>
          <p:spPr>
            <a:xfrm>
              <a:off x="30048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" name="_k309">
              <a:extLst>
                <a:ext uri="{FF2B5EF4-FFF2-40B4-BE49-F238E27FC236}">
                  <a16:creationId xmlns:a16="http://schemas.microsoft.com/office/drawing/2014/main" id="{76B7F5DE-E8A6-40FA-9309-1F2149E62598}"/>
                </a:ext>
              </a:extLst>
            </p:cNvPr>
            <p:cNvSpPr/>
            <p:nvPr/>
          </p:nvSpPr>
          <p:spPr>
            <a:xfrm>
              <a:off x="32308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" name="_k310">
              <a:extLst>
                <a:ext uri="{FF2B5EF4-FFF2-40B4-BE49-F238E27FC236}">
                  <a16:creationId xmlns:a16="http://schemas.microsoft.com/office/drawing/2014/main" id="{D5ED619D-3DA0-47BD-BA59-F3C884A1F6A7}"/>
                </a:ext>
              </a:extLst>
            </p:cNvPr>
            <p:cNvSpPr/>
            <p:nvPr/>
          </p:nvSpPr>
          <p:spPr>
            <a:xfrm>
              <a:off x="34569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" name="_k311">
              <a:extLst>
                <a:ext uri="{FF2B5EF4-FFF2-40B4-BE49-F238E27FC236}">
                  <a16:creationId xmlns:a16="http://schemas.microsoft.com/office/drawing/2014/main" id="{58F3A588-E8C7-4F6C-9ED9-C4338501E2C7}"/>
                </a:ext>
              </a:extLst>
            </p:cNvPr>
            <p:cNvSpPr/>
            <p:nvPr/>
          </p:nvSpPr>
          <p:spPr>
            <a:xfrm>
              <a:off x="36830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" name="_k312">
              <a:extLst>
                <a:ext uri="{FF2B5EF4-FFF2-40B4-BE49-F238E27FC236}">
                  <a16:creationId xmlns:a16="http://schemas.microsoft.com/office/drawing/2014/main" id="{4C353559-5F40-4403-A461-3AF61E53B1B0}"/>
                </a:ext>
              </a:extLst>
            </p:cNvPr>
            <p:cNvSpPr/>
            <p:nvPr/>
          </p:nvSpPr>
          <p:spPr>
            <a:xfrm>
              <a:off x="39090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_k313">
              <a:extLst>
                <a:ext uri="{FF2B5EF4-FFF2-40B4-BE49-F238E27FC236}">
                  <a16:creationId xmlns:a16="http://schemas.microsoft.com/office/drawing/2014/main" id="{B78F410E-C49F-46E1-AB20-BF06BB8E7962}"/>
                </a:ext>
              </a:extLst>
            </p:cNvPr>
            <p:cNvSpPr/>
            <p:nvPr/>
          </p:nvSpPr>
          <p:spPr>
            <a:xfrm>
              <a:off x="41351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" name="_k314">
              <a:extLst>
                <a:ext uri="{FF2B5EF4-FFF2-40B4-BE49-F238E27FC236}">
                  <a16:creationId xmlns:a16="http://schemas.microsoft.com/office/drawing/2014/main" id="{37A69A90-406B-4EA4-BA2C-83CE9C206F27}"/>
                </a:ext>
              </a:extLst>
            </p:cNvPr>
            <p:cNvSpPr/>
            <p:nvPr/>
          </p:nvSpPr>
          <p:spPr>
            <a:xfrm>
              <a:off x="43611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" name="_k315">
              <a:extLst>
                <a:ext uri="{FF2B5EF4-FFF2-40B4-BE49-F238E27FC236}">
                  <a16:creationId xmlns:a16="http://schemas.microsoft.com/office/drawing/2014/main" id="{1447C776-F54F-415E-ADDE-7BB30CB5D0CD}"/>
                </a:ext>
              </a:extLst>
            </p:cNvPr>
            <p:cNvSpPr/>
            <p:nvPr/>
          </p:nvSpPr>
          <p:spPr>
            <a:xfrm>
              <a:off x="45872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" name="_k316">
              <a:extLst>
                <a:ext uri="{FF2B5EF4-FFF2-40B4-BE49-F238E27FC236}">
                  <a16:creationId xmlns:a16="http://schemas.microsoft.com/office/drawing/2014/main" id="{D0D6C184-A78D-4BAC-9A39-4404BF44A472}"/>
                </a:ext>
              </a:extLst>
            </p:cNvPr>
            <p:cNvSpPr/>
            <p:nvPr/>
          </p:nvSpPr>
          <p:spPr>
            <a:xfrm>
              <a:off x="48133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" name="_k317">
              <a:extLst>
                <a:ext uri="{FF2B5EF4-FFF2-40B4-BE49-F238E27FC236}">
                  <a16:creationId xmlns:a16="http://schemas.microsoft.com/office/drawing/2014/main" id="{D09D1014-6683-4B6F-8BBB-CB52477CDF0D}"/>
                </a:ext>
              </a:extLst>
            </p:cNvPr>
            <p:cNvSpPr/>
            <p:nvPr/>
          </p:nvSpPr>
          <p:spPr>
            <a:xfrm>
              <a:off x="50393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" name="_k318">
              <a:extLst>
                <a:ext uri="{FF2B5EF4-FFF2-40B4-BE49-F238E27FC236}">
                  <a16:creationId xmlns:a16="http://schemas.microsoft.com/office/drawing/2014/main" id="{1AB1C976-A4D5-47AC-A88D-1D6DB991C4D3}"/>
                </a:ext>
              </a:extLst>
            </p:cNvPr>
            <p:cNvSpPr/>
            <p:nvPr/>
          </p:nvSpPr>
          <p:spPr>
            <a:xfrm>
              <a:off x="52654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" name="_k319">
              <a:extLst>
                <a:ext uri="{FF2B5EF4-FFF2-40B4-BE49-F238E27FC236}">
                  <a16:creationId xmlns:a16="http://schemas.microsoft.com/office/drawing/2014/main" id="{852782B1-DA96-4485-977D-2D49CD996E65}"/>
                </a:ext>
              </a:extLst>
            </p:cNvPr>
            <p:cNvSpPr/>
            <p:nvPr/>
          </p:nvSpPr>
          <p:spPr>
            <a:xfrm>
              <a:off x="54914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" name="_k320">
              <a:extLst>
                <a:ext uri="{FF2B5EF4-FFF2-40B4-BE49-F238E27FC236}">
                  <a16:creationId xmlns:a16="http://schemas.microsoft.com/office/drawing/2014/main" id="{5B0231BA-90B6-4EEB-84D9-0B5FE756C8AD}"/>
                </a:ext>
              </a:extLst>
            </p:cNvPr>
            <p:cNvSpPr/>
            <p:nvPr/>
          </p:nvSpPr>
          <p:spPr>
            <a:xfrm>
              <a:off x="57175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" name="_k321">
              <a:extLst>
                <a:ext uri="{FF2B5EF4-FFF2-40B4-BE49-F238E27FC236}">
                  <a16:creationId xmlns:a16="http://schemas.microsoft.com/office/drawing/2014/main" id="{F89BA25C-4BE5-409B-93F0-6774664FCFB3}"/>
                </a:ext>
              </a:extLst>
            </p:cNvPr>
            <p:cNvSpPr/>
            <p:nvPr/>
          </p:nvSpPr>
          <p:spPr>
            <a:xfrm>
              <a:off x="59436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" name="_k322">
              <a:extLst>
                <a:ext uri="{FF2B5EF4-FFF2-40B4-BE49-F238E27FC236}">
                  <a16:creationId xmlns:a16="http://schemas.microsoft.com/office/drawing/2014/main" id="{FD56D538-D714-43B0-8594-AE238338F3E8}"/>
                </a:ext>
              </a:extLst>
            </p:cNvPr>
            <p:cNvSpPr/>
            <p:nvPr/>
          </p:nvSpPr>
          <p:spPr>
            <a:xfrm>
              <a:off x="61696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" name="_k323">
              <a:extLst>
                <a:ext uri="{FF2B5EF4-FFF2-40B4-BE49-F238E27FC236}">
                  <a16:creationId xmlns:a16="http://schemas.microsoft.com/office/drawing/2014/main" id="{C184BDA9-E869-474B-A76D-BE61A42E8675}"/>
                </a:ext>
              </a:extLst>
            </p:cNvPr>
            <p:cNvSpPr/>
            <p:nvPr/>
          </p:nvSpPr>
          <p:spPr>
            <a:xfrm>
              <a:off x="63957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" name="_k324">
              <a:extLst>
                <a:ext uri="{FF2B5EF4-FFF2-40B4-BE49-F238E27FC236}">
                  <a16:creationId xmlns:a16="http://schemas.microsoft.com/office/drawing/2014/main" id="{CFF2E217-7DDB-46DA-A4AD-17870521FFAB}"/>
                </a:ext>
              </a:extLst>
            </p:cNvPr>
            <p:cNvSpPr/>
            <p:nvPr/>
          </p:nvSpPr>
          <p:spPr>
            <a:xfrm>
              <a:off x="66217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" name="_k325">
              <a:extLst>
                <a:ext uri="{FF2B5EF4-FFF2-40B4-BE49-F238E27FC236}">
                  <a16:creationId xmlns:a16="http://schemas.microsoft.com/office/drawing/2014/main" id="{8153F409-8374-4686-955A-1A9CFC0F3A05}"/>
                </a:ext>
              </a:extLst>
            </p:cNvPr>
            <p:cNvSpPr/>
            <p:nvPr/>
          </p:nvSpPr>
          <p:spPr>
            <a:xfrm>
              <a:off x="68478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" name="_k326">
              <a:extLst>
                <a:ext uri="{FF2B5EF4-FFF2-40B4-BE49-F238E27FC236}">
                  <a16:creationId xmlns:a16="http://schemas.microsoft.com/office/drawing/2014/main" id="{9D9BF3E0-7EB3-428C-9EF4-06C936980538}"/>
                </a:ext>
              </a:extLst>
            </p:cNvPr>
            <p:cNvSpPr/>
            <p:nvPr/>
          </p:nvSpPr>
          <p:spPr>
            <a:xfrm>
              <a:off x="707390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" name="_k327">
              <a:extLst>
                <a:ext uri="{FF2B5EF4-FFF2-40B4-BE49-F238E27FC236}">
                  <a16:creationId xmlns:a16="http://schemas.microsoft.com/office/drawing/2014/main" id="{78251DAC-76CA-4F6A-8AE9-141519C1B07B}"/>
                </a:ext>
              </a:extLst>
            </p:cNvPr>
            <p:cNvSpPr/>
            <p:nvPr/>
          </p:nvSpPr>
          <p:spPr>
            <a:xfrm>
              <a:off x="729996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" name="_k328">
              <a:extLst>
                <a:ext uri="{FF2B5EF4-FFF2-40B4-BE49-F238E27FC236}">
                  <a16:creationId xmlns:a16="http://schemas.microsoft.com/office/drawing/2014/main" id="{1A0564AE-ABAD-4E86-B1F0-8C44ADEC31A1}"/>
                </a:ext>
              </a:extLst>
            </p:cNvPr>
            <p:cNvSpPr/>
            <p:nvPr/>
          </p:nvSpPr>
          <p:spPr>
            <a:xfrm>
              <a:off x="752602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" name="_k329">
              <a:extLst>
                <a:ext uri="{FF2B5EF4-FFF2-40B4-BE49-F238E27FC236}">
                  <a16:creationId xmlns:a16="http://schemas.microsoft.com/office/drawing/2014/main" id="{361951A7-DE95-4464-83A4-F55E44547628}"/>
                </a:ext>
              </a:extLst>
            </p:cNvPr>
            <p:cNvSpPr/>
            <p:nvPr/>
          </p:nvSpPr>
          <p:spPr>
            <a:xfrm>
              <a:off x="775208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" name="_k330">
              <a:extLst>
                <a:ext uri="{FF2B5EF4-FFF2-40B4-BE49-F238E27FC236}">
                  <a16:creationId xmlns:a16="http://schemas.microsoft.com/office/drawing/2014/main" id="{C1D339DB-9B78-4FD1-BC08-C841B6A96E98}"/>
                </a:ext>
              </a:extLst>
            </p:cNvPr>
            <p:cNvSpPr/>
            <p:nvPr/>
          </p:nvSpPr>
          <p:spPr>
            <a:xfrm>
              <a:off x="7978140" y="45466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0" name="!!m28_row11">
            <a:extLst>
              <a:ext uri="{FF2B5EF4-FFF2-40B4-BE49-F238E27FC236}">
                <a16:creationId xmlns:a16="http://schemas.microsoft.com/office/drawing/2014/main" id="{E6A51130-D1AC-498D-BCF1-48351996B23E}"/>
              </a:ext>
            </a:extLst>
          </p:cNvPr>
          <p:cNvGrpSpPr/>
          <p:nvPr/>
        </p:nvGrpSpPr>
        <p:grpSpPr>
          <a:xfrm>
            <a:off x="1422400" y="4729480"/>
            <a:ext cx="6682740" cy="127000"/>
            <a:chOff x="1422400" y="4729480"/>
            <a:chExt cx="6682740" cy="127000"/>
          </a:xfrm>
        </p:grpSpPr>
        <p:sp>
          <p:nvSpPr>
            <p:cNvPr id="370" name="_k331">
              <a:extLst>
                <a:ext uri="{FF2B5EF4-FFF2-40B4-BE49-F238E27FC236}">
                  <a16:creationId xmlns:a16="http://schemas.microsoft.com/office/drawing/2014/main" id="{8E7C839C-51E1-4D57-BB28-8D3967268A3E}"/>
                </a:ext>
              </a:extLst>
            </p:cNvPr>
            <p:cNvSpPr/>
            <p:nvPr/>
          </p:nvSpPr>
          <p:spPr>
            <a:xfrm>
              <a:off x="14224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" name="_k332">
              <a:extLst>
                <a:ext uri="{FF2B5EF4-FFF2-40B4-BE49-F238E27FC236}">
                  <a16:creationId xmlns:a16="http://schemas.microsoft.com/office/drawing/2014/main" id="{F319C0BE-1C2C-46EF-908E-7ACDBBBB90AC}"/>
                </a:ext>
              </a:extLst>
            </p:cNvPr>
            <p:cNvSpPr/>
            <p:nvPr/>
          </p:nvSpPr>
          <p:spPr>
            <a:xfrm>
              <a:off x="16484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" name="_k333">
              <a:extLst>
                <a:ext uri="{FF2B5EF4-FFF2-40B4-BE49-F238E27FC236}">
                  <a16:creationId xmlns:a16="http://schemas.microsoft.com/office/drawing/2014/main" id="{6978C541-0E74-4BC9-B19C-F7C157AE953A}"/>
                </a:ext>
              </a:extLst>
            </p:cNvPr>
            <p:cNvSpPr/>
            <p:nvPr/>
          </p:nvSpPr>
          <p:spPr>
            <a:xfrm>
              <a:off x="18745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" name="_k334">
              <a:extLst>
                <a:ext uri="{FF2B5EF4-FFF2-40B4-BE49-F238E27FC236}">
                  <a16:creationId xmlns:a16="http://schemas.microsoft.com/office/drawing/2014/main" id="{7F69D543-3286-4BF1-994E-CEC079BD2B7A}"/>
                </a:ext>
              </a:extLst>
            </p:cNvPr>
            <p:cNvSpPr/>
            <p:nvPr/>
          </p:nvSpPr>
          <p:spPr>
            <a:xfrm>
              <a:off x="21005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" name="_k335">
              <a:extLst>
                <a:ext uri="{FF2B5EF4-FFF2-40B4-BE49-F238E27FC236}">
                  <a16:creationId xmlns:a16="http://schemas.microsoft.com/office/drawing/2014/main" id="{C3C08D45-7FA8-4BCD-8915-83885E3B64AB}"/>
                </a:ext>
              </a:extLst>
            </p:cNvPr>
            <p:cNvSpPr/>
            <p:nvPr/>
          </p:nvSpPr>
          <p:spPr>
            <a:xfrm>
              <a:off x="23266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" name="_k336">
              <a:extLst>
                <a:ext uri="{FF2B5EF4-FFF2-40B4-BE49-F238E27FC236}">
                  <a16:creationId xmlns:a16="http://schemas.microsoft.com/office/drawing/2014/main" id="{DCBAFFCD-2DB7-4ADF-B2AA-5E57932D0D20}"/>
                </a:ext>
              </a:extLst>
            </p:cNvPr>
            <p:cNvSpPr/>
            <p:nvPr/>
          </p:nvSpPr>
          <p:spPr>
            <a:xfrm>
              <a:off x="25527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" name="_k337">
              <a:extLst>
                <a:ext uri="{FF2B5EF4-FFF2-40B4-BE49-F238E27FC236}">
                  <a16:creationId xmlns:a16="http://schemas.microsoft.com/office/drawing/2014/main" id="{66187238-2760-4C0A-90BC-1CF7D2E968B2}"/>
                </a:ext>
              </a:extLst>
            </p:cNvPr>
            <p:cNvSpPr/>
            <p:nvPr/>
          </p:nvSpPr>
          <p:spPr>
            <a:xfrm>
              <a:off x="27787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" name="_k338">
              <a:extLst>
                <a:ext uri="{FF2B5EF4-FFF2-40B4-BE49-F238E27FC236}">
                  <a16:creationId xmlns:a16="http://schemas.microsoft.com/office/drawing/2014/main" id="{C2094D72-AFCF-4F37-91DB-3A3D13618760}"/>
                </a:ext>
              </a:extLst>
            </p:cNvPr>
            <p:cNvSpPr/>
            <p:nvPr/>
          </p:nvSpPr>
          <p:spPr>
            <a:xfrm>
              <a:off x="30048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" name="_k339">
              <a:extLst>
                <a:ext uri="{FF2B5EF4-FFF2-40B4-BE49-F238E27FC236}">
                  <a16:creationId xmlns:a16="http://schemas.microsoft.com/office/drawing/2014/main" id="{51D1B97B-1D61-4BD5-BF8F-CAD5BE9211F5}"/>
                </a:ext>
              </a:extLst>
            </p:cNvPr>
            <p:cNvSpPr/>
            <p:nvPr/>
          </p:nvSpPr>
          <p:spPr>
            <a:xfrm>
              <a:off x="32308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" name="_k340">
              <a:extLst>
                <a:ext uri="{FF2B5EF4-FFF2-40B4-BE49-F238E27FC236}">
                  <a16:creationId xmlns:a16="http://schemas.microsoft.com/office/drawing/2014/main" id="{BC397A1B-6BE7-4031-B950-75396A6E4ACC}"/>
                </a:ext>
              </a:extLst>
            </p:cNvPr>
            <p:cNvSpPr/>
            <p:nvPr/>
          </p:nvSpPr>
          <p:spPr>
            <a:xfrm>
              <a:off x="34569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" name="_k341">
              <a:extLst>
                <a:ext uri="{FF2B5EF4-FFF2-40B4-BE49-F238E27FC236}">
                  <a16:creationId xmlns:a16="http://schemas.microsoft.com/office/drawing/2014/main" id="{718BFA66-4BCB-4223-BC82-DE1FE562D4C7}"/>
                </a:ext>
              </a:extLst>
            </p:cNvPr>
            <p:cNvSpPr/>
            <p:nvPr/>
          </p:nvSpPr>
          <p:spPr>
            <a:xfrm>
              <a:off x="36830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" name="_k342">
              <a:extLst>
                <a:ext uri="{FF2B5EF4-FFF2-40B4-BE49-F238E27FC236}">
                  <a16:creationId xmlns:a16="http://schemas.microsoft.com/office/drawing/2014/main" id="{ECBA2A40-A0D5-48F8-B018-3AE475E9E0C6}"/>
                </a:ext>
              </a:extLst>
            </p:cNvPr>
            <p:cNvSpPr/>
            <p:nvPr/>
          </p:nvSpPr>
          <p:spPr>
            <a:xfrm>
              <a:off x="39090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" name="_k343">
              <a:extLst>
                <a:ext uri="{FF2B5EF4-FFF2-40B4-BE49-F238E27FC236}">
                  <a16:creationId xmlns:a16="http://schemas.microsoft.com/office/drawing/2014/main" id="{07611D28-2EBD-4A8B-8301-6A494FB3C3D0}"/>
                </a:ext>
              </a:extLst>
            </p:cNvPr>
            <p:cNvSpPr/>
            <p:nvPr/>
          </p:nvSpPr>
          <p:spPr>
            <a:xfrm>
              <a:off x="41351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" name="_k344">
              <a:extLst>
                <a:ext uri="{FF2B5EF4-FFF2-40B4-BE49-F238E27FC236}">
                  <a16:creationId xmlns:a16="http://schemas.microsoft.com/office/drawing/2014/main" id="{FE1316CF-5165-45C8-B93E-04E10CEA211A}"/>
                </a:ext>
              </a:extLst>
            </p:cNvPr>
            <p:cNvSpPr/>
            <p:nvPr/>
          </p:nvSpPr>
          <p:spPr>
            <a:xfrm>
              <a:off x="43611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" name="_k345">
              <a:extLst>
                <a:ext uri="{FF2B5EF4-FFF2-40B4-BE49-F238E27FC236}">
                  <a16:creationId xmlns:a16="http://schemas.microsoft.com/office/drawing/2014/main" id="{4FBB6034-8567-4FE1-B243-FAAF7BD057F0}"/>
                </a:ext>
              </a:extLst>
            </p:cNvPr>
            <p:cNvSpPr/>
            <p:nvPr/>
          </p:nvSpPr>
          <p:spPr>
            <a:xfrm>
              <a:off x="45872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" name="_k346">
              <a:extLst>
                <a:ext uri="{FF2B5EF4-FFF2-40B4-BE49-F238E27FC236}">
                  <a16:creationId xmlns:a16="http://schemas.microsoft.com/office/drawing/2014/main" id="{E53AAC1D-72E5-4321-822F-5F11ABB8B9B4}"/>
                </a:ext>
              </a:extLst>
            </p:cNvPr>
            <p:cNvSpPr/>
            <p:nvPr/>
          </p:nvSpPr>
          <p:spPr>
            <a:xfrm>
              <a:off x="48133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_k347">
              <a:extLst>
                <a:ext uri="{FF2B5EF4-FFF2-40B4-BE49-F238E27FC236}">
                  <a16:creationId xmlns:a16="http://schemas.microsoft.com/office/drawing/2014/main" id="{C61F48E6-573B-48B7-B61C-6598C4275B05}"/>
                </a:ext>
              </a:extLst>
            </p:cNvPr>
            <p:cNvSpPr/>
            <p:nvPr/>
          </p:nvSpPr>
          <p:spPr>
            <a:xfrm>
              <a:off x="50393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_k348">
              <a:extLst>
                <a:ext uri="{FF2B5EF4-FFF2-40B4-BE49-F238E27FC236}">
                  <a16:creationId xmlns:a16="http://schemas.microsoft.com/office/drawing/2014/main" id="{CAB7CC30-1477-4A26-9279-F7677C53C1CB}"/>
                </a:ext>
              </a:extLst>
            </p:cNvPr>
            <p:cNvSpPr/>
            <p:nvPr/>
          </p:nvSpPr>
          <p:spPr>
            <a:xfrm>
              <a:off x="52654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_k349">
              <a:extLst>
                <a:ext uri="{FF2B5EF4-FFF2-40B4-BE49-F238E27FC236}">
                  <a16:creationId xmlns:a16="http://schemas.microsoft.com/office/drawing/2014/main" id="{191CBD8D-AAF4-4C76-AAC5-5215D3CB8BB4}"/>
                </a:ext>
              </a:extLst>
            </p:cNvPr>
            <p:cNvSpPr/>
            <p:nvPr/>
          </p:nvSpPr>
          <p:spPr>
            <a:xfrm>
              <a:off x="54914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_k350">
              <a:extLst>
                <a:ext uri="{FF2B5EF4-FFF2-40B4-BE49-F238E27FC236}">
                  <a16:creationId xmlns:a16="http://schemas.microsoft.com/office/drawing/2014/main" id="{07B6581D-4945-4FA5-94EB-4AC37D74B5CF}"/>
                </a:ext>
              </a:extLst>
            </p:cNvPr>
            <p:cNvSpPr/>
            <p:nvPr/>
          </p:nvSpPr>
          <p:spPr>
            <a:xfrm>
              <a:off x="57175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_k351">
              <a:extLst>
                <a:ext uri="{FF2B5EF4-FFF2-40B4-BE49-F238E27FC236}">
                  <a16:creationId xmlns:a16="http://schemas.microsoft.com/office/drawing/2014/main" id="{C0110E34-0CBD-4D85-83F3-3FBA215A94AC}"/>
                </a:ext>
              </a:extLst>
            </p:cNvPr>
            <p:cNvSpPr/>
            <p:nvPr/>
          </p:nvSpPr>
          <p:spPr>
            <a:xfrm>
              <a:off x="59436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_k352">
              <a:extLst>
                <a:ext uri="{FF2B5EF4-FFF2-40B4-BE49-F238E27FC236}">
                  <a16:creationId xmlns:a16="http://schemas.microsoft.com/office/drawing/2014/main" id="{6228BA6B-4016-480C-B536-7D8EA16F98F5}"/>
                </a:ext>
              </a:extLst>
            </p:cNvPr>
            <p:cNvSpPr/>
            <p:nvPr/>
          </p:nvSpPr>
          <p:spPr>
            <a:xfrm>
              <a:off x="61696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_k353">
              <a:extLst>
                <a:ext uri="{FF2B5EF4-FFF2-40B4-BE49-F238E27FC236}">
                  <a16:creationId xmlns:a16="http://schemas.microsoft.com/office/drawing/2014/main" id="{387E0F13-B459-4B0E-A827-755DCE93CEEA}"/>
                </a:ext>
              </a:extLst>
            </p:cNvPr>
            <p:cNvSpPr/>
            <p:nvPr/>
          </p:nvSpPr>
          <p:spPr>
            <a:xfrm>
              <a:off x="63957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_k354">
              <a:extLst>
                <a:ext uri="{FF2B5EF4-FFF2-40B4-BE49-F238E27FC236}">
                  <a16:creationId xmlns:a16="http://schemas.microsoft.com/office/drawing/2014/main" id="{C7C3C61F-5AB5-4120-8D4D-438A1E899947}"/>
                </a:ext>
              </a:extLst>
            </p:cNvPr>
            <p:cNvSpPr/>
            <p:nvPr/>
          </p:nvSpPr>
          <p:spPr>
            <a:xfrm>
              <a:off x="66217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_k355">
              <a:extLst>
                <a:ext uri="{FF2B5EF4-FFF2-40B4-BE49-F238E27FC236}">
                  <a16:creationId xmlns:a16="http://schemas.microsoft.com/office/drawing/2014/main" id="{4FD253A7-48DA-47E4-9AA9-486CC3D1E884}"/>
                </a:ext>
              </a:extLst>
            </p:cNvPr>
            <p:cNvSpPr/>
            <p:nvPr/>
          </p:nvSpPr>
          <p:spPr>
            <a:xfrm>
              <a:off x="68478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_k356">
              <a:extLst>
                <a:ext uri="{FF2B5EF4-FFF2-40B4-BE49-F238E27FC236}">
                  <a16:creationId xmlns:a16="http://schemas.microsoft.com/office/drawing/2014/main" id="{8DE6E1DA-64FA-4F88-9324-EEA0CAD285F1}"/>
                </a:ext>
              </a:extLst>
            </p:cNvPr>
            <p:cNvSpPr/>
            <p:nvPr/>
          </p:nvSpPr>
          <p:spPr>
            <a:xfrm>
              <a:off x="707390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" name="_k357">
              <a:extLst>
                <a:ext uri="{FF2B5EF4-FFF2-40B4-BE49-F238E27FC236}">
                  <a16:creationId xmlns:a16="http://schemas.microsoft.com/office/drawing/2014/main" id="{6BD98356-82BB-4495-9046-4DCF2ECD45C0}"/>
                </a:ext>
              </a:extLst>
            </p:cNvPr>
            <p:cNvSpPr/>
            <p:nvPr/>
          </p:nvSpPr>
          <p:spPr>
            <a:xfrm>
              <a:off x="729996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" name="_k358">
              <a:extLst>
                <a:ext uri="{FF2B5EF4-FFF2-40B4-BE49-F238E27FC236}">
                  <a16:creationId xmlns:a16="http://schemas.microsoft.com/office/drawing/2014/main" id="{D3FD6313-77CE-46C8-9D92-CFA664A4CED5}"/>
                </a:ext>
              </a:extLst>
            </p:cNvPr>
            <p:cNvSpPr/>
            <p:nvPr/>
          </p:nvSpPr>
          <p:spPr>
            <a:xfrm>
              <a:off x="752602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" name="_k359">
              <a:extLst>
                <a:ext uri="{FF2B5EF4-FFF2-40B4-BE49-F238E27FC236}">
                  <a16:creationId xmlns:a16="http://schemas.microsoft.com/office/drawing/2014/main" id="{45E21CCE-FC4A-4E0D-A654-65285D7ABD7A}"/>
                </a:ext>
              </a:extLst>
            </p:cNvPr>
            <p:cNvSpPr/>
            <p:nvPr/>
          </p:nvSpPr>
          <p:spPr>
            <a:xfrm>
              <a:off x="775208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" name="_k360">
              <a:extLst>
                <a:ext uri="{FF2B5EF4-FFF2-40B4-BE49-F238E27FC236}">
                  <a16:creationId xmlns:a16="http://schemas.microsoft.com/office/drawing/2014/main" id="{754B10A5-8A64-43CE-B48C-4F30673E1AA8}"/>
                </a:ext>
              </a:extLst>
            </p:cNvPr>
            <p:cNvSpPr/>
            <p:nvPr/>
          </p:nvSpPr>
          <p:spPr>
            <a:xfrm>
              <a:off x="7978140" y="47294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1" name="!!m28_row12">
            <a:extLst>
              <a:ext uri="{FF2B5EF4-FFF2-40B4-BE49-F238E27FC236}">
                <a16:creationId xmlns:a16="http://schemas.microsoft.com/office/drawing/2014/main" id="{8B88DBC9-1633-4079-8E0C-A651AD2631A9}"/>
              </a:ext>
            </a:extLst>
          </p:cNvPr>
          <p:cNvGrpSpPr/>
          <p:nvPr/>
        </p:nvGrpSpPr>
        <p:grpSpPr>
          <a:xfrm>
            <a:off x="1422400" y="4912360"/>
            <a:ext cx="6682740" cy="127000"/>
            <a:chOff x="1422400" y="4912360"/>
            <a:chExt cx="6682740" cy="127000"/>
          </a:xfrm>
        </p:grpSpPr>
        <p:sp>
          <p:nvSpPr>
            <p:cNvPr id="401" name="_k361">
              <a:extLst>
                <a:ext uri="{FF2B5EF4-FFF2-40B4-BE49-F238E27FC236}">
                  <a16:creationId xmlns:a16="http://schemas.microsoft.com/office/drawing/2014/main" id="{EAAFCCD5-2C5C-40C6-ACE9-401A80940205}"/>
                </a:ext>
              </a:extLst>
            </p:cNvPr>
            <p:cNvSpPr/>
            <p:nvPr/>
          </p:nvSpPr>
          <p:spPr>
            <a:xfrm>
              <a:off x="14224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" name="_k362">
              <a:extLst>
                <a:ext uri="{FF2B5EF4-FFF2-40B4-BE49-F238E27FC236}">
                  <a16:creationId xmlns:a16="http://schemas.microsoft.com/office/drawing/2014/main" id="{87F96ABF-A19F-4B12-96E1-EB7141CE73F0}"/>
                </a:ext>
              </a:extLst>
            </p:cNvPr>
            <p:cNvSpPr/>
            <p:nvPr/>
          </p:nvSpPr>
          <p:spPr>
            <a:xfrm>
              <a:off x="16484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" name="_k363">
              <a:extLst>
                <a:ext uri="{FF2B5EF4-FFF2-40B4-BE49-F238E27FC236}">
                  <a16:creationId xmlns:a16="http://schemas.microsoft.com/office/drawing/2014/main" id="{22308F31-3846-40D1-8633-1FCE396B198D}"/>
                </a:ext>
              </a:extLst>
            </p:cNvPr>
            <p:cNvSpPr/>
            <p:nvPr/>
          </p:nvSpPr>
          <p:spPr>
            <a:xfrm>
              <a:off x="18745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" name="_k364">
              <a:extLst>
                <a:ext uri="{FF2B5EF4-FFF2-40B4-BE49-F238E27FC236}">
                  <a16:creationId xmlns:a16="http://schemas.microsoft.com/office/drawing/2014/main" id="{D6F500D2-446A-46CA-A423-750B4DF6DD1F}"/>
                </a:ext>
              </a:extLst>
            </p:cNvPr>
            <p:cNvSpPr/>
            <p:nvPr/>
          </p:nvSpPr>
          <p:spPr>
            <a:xfrm>
              <a:off x="21005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" name="_k365">
              <a:extLst>
                <a:ext uri="{FF2B5EF4-FFF2-40B4-BE49-F238E27FC236}">
                  <a16:creationId xmlns:a16="http://schemas.microsoft.com/office/drawing/2014/main" id="{08699567-CE24-4F70-9478-75497F00C246}"/>
                </a:ext>
              </a:extLst>
            </p:cNvPr>
            <p:cNvSpPr/>
            <p:nvPr/>
          </p:nvSpPr>
          <p:spPr>
            <a:xfrm>
              <a:off x="23266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" name="_k366">
              <a:extLst>
                <a:ext uri="{FF2B5EF4-FFF2-40B4-BE49-F238E27FC236}">
                  <a16:creationId xmlns:a16="http://schemas.microsoft.com/office/drawing/2014/main" id="{F8C3DFDB-6927-4FA5-8915-1A2D1A4F8DFB}"/>
                </a:ext>
              </a:extLst>
            </p:cNvPr>
            <p:cNvSpPr/>
            <p:nvPr/>
          </p:nvSpPr>
          <p:spPr>
            <a:xfrm>
              <a:off x="25527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" name="_k367">
              <a:extLst>
                <a:ext uri="{FF2B5EF4-FFF2-40B4-BE49-F238E27FC236}">
                  <a16:creationId xmlns:a16="http://schemas.microsoft.com/office/drawing/2014/main" id="{0A51B309-D85A-4C45-999F-2C223632FE4B}"/>
                </a:ext>
              </a:extLst>
            </p:cNvPr>
            <p:cNvSpPr/>
            <p:nvPr/>
          </p:nvSpPr>
          <p:spPr>
            <a:xfrm>
              <a:off x="27787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_k368">
              <a:extLst>
                <a:ext uri="{FF2B5EF4-FFF2-40B4-BE49-F238E27FC236}">
                  <a16:creationId xmlns:a16="http://schemas.microsoft.com/office/drawing/2014/main" id="{217718EB-49E3-4F74-B07D-35014211DB74}"/>
                </a:ext>
              </a:extLst>
            </p:cNvPr>
            <p:cNvSpPr/>
            <p:nvPr/>
          </p:nvSpPr>
          <p:spPr>
            <a:xfrm>
              <a:off x="30048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" name="_k369">
              <a:extLst>
                <a:ext uri="{FF2B5EF4-FFF2-40B4-BE49-F238E27FC236}">
                  <a16:creationId xmlns:a16="http://schemas.microsoft.com/office/drawing/2014/main" id="{41628094-B493-42BF-9E38-16F79AA1A6BA}"/>
                </a:ext>
              </a:extLst>
            </p:cNvPr>
            <p:cNvSpPr/>
            <p:nvPr/>
          </p:nvSpPr>
          <p:spPr>
            <a:xfrm>
              <a:off x="32308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" name="_k370">
              <a:extLst>
                <a:ext uri="{FF2B5EF4-FFF2-40B4-BE49-F238E27FC236}">
                  <a16:creationId xmlns:a16="http://schemas.microsoft.com/office/drawing/2014/main" id="{103E22CA-2760-4EB1-82DB-8B354EB592AD}"/>
                </a:ext>
              </a:extLst>
            </p:cNvPr>
            <p:cNvSpPr/>
            <p:nvPr/>
          </p:nvSpPr>
          <p:spPr>
            <a:xfrm>
              <a:off x="34569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" name="_k371">
              <a:extLst>
                <a:ext uri="{FF2B5EF4-FFF2-40B4-BE49-F238E27FC236}">
                  <a16:creationId xmlns:a16="http://schemas.microsoft.com/office/drawing/2014/main" id="{D98CCA6F-4959-4DE7-A7C0-A8F07E2694ED}"/>
                </a:ext>
              </a:extLst>
            </p:cNvPr>
            <p:cNvSpPr/>
            <p:nvPr/>
          </p:nvSpPr>
          <p:spPr>
            <a:xfrm>
              <a:off x="36830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" name="_k372">
              <a:extLst>
                <a:ext uri="{FF2B5EF4-FFF2-40B4-BE49-F238E27FC236}">
                  <a16:creationId xmlns:a16="http://schemas.microsoft.com/office/drawing/2014/main" id="{201495F6-ED3E-49E0-AAFC-D745BEDEF42D}"/>
                </a:ext>
              </a:extLst>
            </p:cNvPr>
            <p:cNvSpPr/>
            <p:nvPr/>
          </p:nvSpPr>
          <p:spPr>
            <a:xfrm>
              <a:off x="39090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" name="_k373">
              <a:extLst>
                <a:ext uri="{FF2B5EF4-FFF2-40B4-BE49-F238E27FC236}">
                  <a16:creationId xmlns:a16="http://schemas.microsoft.com/office/drawing/2014/main" id="{337A2EBE-5971-4AA6-BAFE-734845DBF445}"/>
                </a:ext>
              </a:extLst>
            </p:cNvPr>
            <p:cNvSpPr/>
            <p:nvPr/>
          </p:nvSpPr>
          <p:spPr>
            <a:xfrm>
              <a:off x="41351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_k374">
              <a:extLst>
                <a:ext uri="{FF2B5EF4-FFF2-40B4-BE49-F238E27FC236}">
                  <a16:creationId xmlns:a16="http://schemas.microsoft.com/office/drawing/2014/main" id="{EA01C68A-44E4-4656-90B8-BB6FBBB3AC61}"/>
                </a:ext>
              </a:extLst>
            </p:cNvPr>
            <p:cNvSpPr/>
            <p:nvPr/>
          </p:nvSpPr>
          <p:spPr>
            <a:xfrm>
              <a:off x="43611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" name="_k375">
              <a:extLst>
                <a:ext uri="{FF2B5EF4-FFF2-40B4-BE49-F238E27FC236}">
                  <a16:creationId xmlns:a16="http://schemas.microsoft.com/office/drawing/2014/main" id="{8E05FA42-74DD-427F-A178-72558AE081CE}"/>
                </a:ext>
              </a:extLst>
            </p:cNvPr>
            <p:cNvSpPr/>
            <p:nvPr/>
          </p:nvSpPr>
          <p:spPr>
            <a:xfrm>
              <a:off x="45872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" name="_k376">
              <a:extLst>
                <a:ext uri="{FF2B5EF4-FFF2-40B4-BE49-F238E27FC236}">
                  <a16:creationId xmlns:a16="http://schemas.microsoft.com/office/drawing/2014/main" id="{CE6C7C8E-D1ED-4F20-AE6A-7A3D7BC1A3D8}"/>
                </a:ext>
              </a:extLst>
            </p:cNvPr>
            <p:cNvSpPr/>
            <p:nvPr/>
          </p:nvSpPr>
          <p:spPr>
            <a:xfrm>
              <a:off x="48133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" name="_k377">
              <a:extLst>
                <a:ext uri="{FF2B5EF4-FFF2-40B4-BE49-F238E27FC236}">
                  <a16:creationId xmlns:a16="http://schemas.microsoft.com/office/drawing/2014/main" id="{C0437188-715A-469E-978B-C2E144F21EC9}"/>
                </a:ext>
              </a:extLst>
            </p:cNvPr>
            <p:cNvSpPr/>
            <p:nvPr/>
          </p:nvSpPr>
          <p:spPr>
            <a:xfrm>
              <a:off x="50393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" name="_k378">
              <a:extLst>
                <a:ext uri="{FF2B5EF4-FFF2-40B4-BE49-F238E27FC236}">
                  <a16:creationId xmlns:a16="http://schemas.microsoft.com/office/drawing/2014/main" id="{B01B5C50-6C03-44D9-A358-370CA4F3D915}"/>
                </a:ext>
              </a:extLst>
            </p:cNvPr>
            <p:cNvSpPr/>
            <p:nvPr/>
          </p:nvSpPr>
          <p:spPr>
            <a:xfrm>
              <a:off x="52654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" name="_k379">
              <a:extLst>
                <a:ext uri="{FF2B5EF4-FFF2-40B4-BE49-F238E27FC236}">
                  <a16:creationId xmlns:a16="http://schemas.microsoft.com/office/drawing/2014/main" id="{A045E55B-8C3E-4EF1-A091-B44912DBCB7F}"/>
                </a:ext>
              </a:extLst>
            </p:cNvPr>
            <p:cNvSpPr/>
            <p:nvPr/>
          </p:nvSpPr>
          <p:spPr>
            <a:xfrm>
              <a:off x="54914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" name="_k380">
              <a:extLst>
                <a:ext uri="{FF2B5EF4-FFF2-40B4-BE49-F238E27FC236}">
                  <a16:creationId xmlns:a16="http://schemas.microsoft.com/office/drawing/2014/main" id="{34DD8439-9661-4F8D-8C1C-4AFB9A9CF9E4}"/>
                </a:ext>
              </a:extLst>
            </p:cNvPr>
            <p:cNvSpPr/>
            <p:nvPr/>
          </p:nvSpPr>
          <p:spPr>
            <a:xfrm>
              <a:off x="57175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" name="_k381">
              <a:extLst>
                <a:ext uri="{FF2B5EF4-FFF2-40B4-BE49-F238E27FC236}">
                  <a16:creationId xmlns:a16="http://schemas.microsoft.com/office/drawing/2014/main" id="{4DDA2F76-BD07-48C3-8BA3-0F0AEE98E326}"/>
                </a:ext>
              </a:extLst>
            </p:cNvPr>
            <p:cNvSpPr/>
            <p:nvPr/>
          </p:nvSpPr>
          <p:spPr>
            <a:xfrm>
              <a:off x="59436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" name="_k382">
              <a:extLst>
                <a:ext uri="{FF2B5EF4-FFF2-40B4-BE49-F238E27FC236}">
                  <a16:creationId xmlns:a16="http://schemas.microsoft.com/office/drawing/2014/main" id="{391D8910-1590-46A4-AEA4-16963B3F1CEB}"/>
                </a:ext>
              </a:extLst>
            </p:cNvPr>
            <p:cNvSpPr/>
            <p:nvPr/>
          </p:nvSpPr>
          <p:spPr>
            <a:xfrm>
              <a:off x="61696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" name="_k383">
              <a:extLst>
                <a:ext uri="{FF2B5EF4-FFF2-40B4-BE49-F238E27FC236}">
                  <a16:creationId xmlns:a16="http://schemas.microsoft.com/office/drawing/2014/main" id="{CF91A1DE-AA43-4248-979F-49B286A64DB9}"/>
                </a:ext>
              </a:extLst>
            </p:cNvPr>
            <p:cNvSpPr/>
            <p:nvPr/>
          </p:nvSpPr>
          <p:spPr>
            <a:xfrm>
              <a:off x="63957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" name="_k384">
              <a:extLst>
                <a:ext uri="{FF2B5EF4-FFF2-40B4-BE49-F238E27FC236}">
                  <a16:creationId xmlns:a16="http://schemas.microsoft.com/office/drawing/2014/main" id="{15382CD1-395D-4CE0-9247-C782E7481DB3}"/>
                </a:ext>
              </a:extLst>
            </p:cNvPr>
            <p:cNvSpPr/>
            <p:nvPr/>
          </p:nvSpPr>
          <p:spPr>
            <a:xfrm>
              <a:off x="66217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" name="_k385">
              <a:extLst>
                <a:ext uri="{FF2B5EF4-FFF2-40B4-BE49-F238E27FC236}">
                  <a16:creationId xmlns:a16="http://schemas.microsoft.com/office/drawing/2014/main" id="{8435EA3B-AF47-403C-8701-64D72CFE9723}"/>
                </a:ext>
              </a:extLst>
            </p:cNvPr>
            <p:cNvSpPr/>
            <p:nvPr/>
          </p:nvSpPr>
          <p:spPr>
            <a:xfrm>
              <a:off x="68478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" name="_k386">
              <a:extLst>
                <a:ext uri="{FF2B5EF4-FFF2-40B4-BE49-F238E27FC236}">
                  <a16:creationId xmlns:a16="http://schemas.microsoft.com/office/drawing/2014/main" id="{C0B2B796-3C4D-4881-9CA9-460BA3F342DA}"/>
                </a:ext>
              </a:extLst>
            </p:cNvPr>
            <p:cNvSpPr/>
            <p:nvPr/>
          </p:nvSpPr>
          <p:spPr>
            <a:xfrm>
              <a:off x="707390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" name="_k387">
              <a:extLst>
                <a:ext uri="{FF2B5EF4-FFF2-40B4-BE49-F238E27FC236}">
                  <a16:creationId xmlns:a16="http://schemas.microsoft.com/office/drawing/2014/main" id="{8A8DE23B-E41F-426C-966B-9C13D79911D1}"/>
                </a:ext>
              </a:extLst>
            </p:cNvPr>
            <p:cNvSpPr/>
            <p:nvPr/>
          </p:nvSpPr>
          <p:spPr>
            <a:xfrm>
              <a:off x="729996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" name="_k388">
              <a:extLst>
                <a:ext uri="{FF2B5EF4-FFF2-40B4-BE49-F238E27FC236}">
                  <a16:creationId xmlns:a16="http://schemas.microsoft.com/office/drawing/2014/main" id="{60AEB831-53FB-4D59-B172-243C7831D1A5}"/>
                </a:ext>
              </a:extLst>
            </p:cNvPr>
            <p:cNvSpPr/>
            <p:nvPr/>
          </p:nvSpPr>
          <p:spPr>
            <a:xfrm>
              <a:off x="752602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" name="_k389">
              <a:extLst>
                <a:ext uri="{FF2B5EF4-FFF2-40B4-BE49-F238E27FC236}">
                  <a16:creationId xmlns:a16="http://schemas.microsoft.com/office/drawing/2014/main" id="{08231A20-8044-4DCD-8FC1-3A1230960D88}"/>
                </a:ext>
              </a:extLst>
            </p:cNvPr>
            <p:cNvSpPr/>
            <p:nvPr/>
          </p:nvSpPr>
          <p:spPr>
            <a:xfrm>
              <a:off x="775208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" name="_k390">
              <a:extLst>
                <a:ext uri="{FF2B5EF4-FFF2-40B4-BE49-F238E27FC236}">
                  <a16:creationId xmlns:a16="http://schemas.microsoft.com/office/drawing/2014/main" id="{2CAD0C92-FF9D-4DB5-9288-E03ACC3860E6}"/>
                </a:ext>
              </a:extLst>
            </p:cNvPr>
            <p:cNvSpPr/>
            <p:nvPr/>
          </p:nvSpPr>
          <p:spPr>
            <a:xfrm>
              <a:off x="7978140" y="49123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2" name="!!m28_row13">
            <a:extLst>
              <a:ext uri="{FF2B5EF4-FFF2-40B4-BE49-F238E27FC236}">
                <a16:creationId xmlns:a16="http://schemas.microsoft.com/office/drawing/2014/main" id="{57D2723F-9F43-4080-9F66-6788E8F38208}"/>
              </a:ext>
            </a:extLst>
          </p:cNvPr>
          <p:cNvGrpSpPr/>
          <p:nvPr/>
        </p:nvGrpSpPr>
        <p:grpSpPr>
          <a:xfrm>
            <a:off x="1422400" y="5095240"/>
            <a:ext cx="6682740" cy="127000"/>
            <a:chOff x="1422400" y="5095240"/>
            <a:chExt cx="6682740" cy="127000"/>
          </a:xfrm>
        </p:grpSpPr>
        <p:sp>
          <p:nvSpPr>
            <p:cNvPr id="432" name="_k391">
              <a:extLst>
                <a:ext uri="{FF2B5EF4-FFF2-40B4-BE49-F238E27FC236}">
                  <a16:creationId xmlns:a16="http://schemas.microsoft.com/office/drawing/2014/main" id="{2F206B3B-3305-4A9F-BFF8-21A5E37DAAC9}"/>
                </a:ext>
              </a:extLst>
            </p:cNvPr>
            <p:cNvSpPr/>
            <p:nvPr/>
          </p:nvSpPr>
          <p:spPr>
            <a:xfrm>
              <a:off x="14224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" name="_k392">
              <a:extLst>
                <a:ext uri="{FF2B5EF4-FFF2-40B4-BE49-F238E27FC236}">
                  <a16:creationId xmlns:a16="http://schemas.microsoft.com/office/drawing/2014/main" id="{A080E7C0-435F-4D1E-B207-A27AB38F54BC}"/>
                </a:ext>
              </a:extLst>
            </p:cNvPr>
            <p:cNvSpPr/>
            <p:nvPr/>
          </p:nvSpPr>
          <p:spPr>
            <a:xfrm>
              <a:off x="16484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" name="_k393">
              <a:extLst>
                <a:ext uri="{FF2B5EF4-FFF2-40B4-BE49-F238E27FC236}">
                  <a16:creationId xmlns:a16="http://schemas.microsoft.com/office/drawing/2014/main" id="{C1E35D5D-A5E8-4808-931D-3AC12AAD769A}"/>
                </a:ext>
              </a:extLst>
            </p:cNvPr>
            <p:cNvSpPr/>
            <p:nvPr/>
          </p:nvSpPr>
          <p:spPr>
            <a:xfrm>
              <a:off x="18745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" name="_k394">
              <a:extLst>
                <a:ext uri="{FF2B5EF4-FFF2-40B4-BE49-F238E27FC236}">
                  <a16:creationId xmlns:a16="http://schemas.microsoft.com/office/drawing/2014/main" id="{C2A238B0-E79A-4354-88B9-29B70BAF0D03}"/>
                </a:ext>
              </a:extLst>
            </p:cNvPr>
            <p:cNvSpPr/>
            <p:nvPr/>
          </p:nvSpPr>
          <p:spPr>
            <a:xfrm>
              <a:off x="21005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" name="_k395">
              <a:extLst>
                <a:ext uri="{FF2B5EF4-FFF2-40B4-BE49-F238E27FC236}">
                  <a16:creationId xmlns:a16="http://schemas.microsoft.com/office/drawing/2014/main" id="{CB7C7D97-E724-49F3-BDA6-3883F55611C0}"/>
                </a:ext>
              </a:extLst>
            </p:cNvPr>
            <p:cNvSpPr/>
            <p:nvPr/>
          </p:nvSpPr>
          <p:spPr>
            <a:xfrm>
              <a:off x="23266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" name="_k396">
              <a:extLst>
                <a:ext uri="{FF2B5EF4-FFF2-40B4-BE49-F238E27FC236}">
                  <a16:creationId xmlns:a16="http://schemas.microsoft.com/office/drawing/2014/main" id="{BBF042B5-BCEF-4DA5-BEE0-790DB8619999}"/>
                </a:ext>
              </a:extLst>
            </p:cNvPr>
            <p:cNvSpPr/>
            <p:nvPr/>
          </p:nvSpPr>
          <p:spPr>
            <a:xfrm>
              <a:off x="25527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" name="_k397">
              <a:extLst>
                <a:ext uri="{FF2B5EF4-FFF2-40B4-BE49-F238E27FC236}">
                  <a16:creationId xmlns:a16="http://schemas.microsoft.com/office/drawing/2014/main" id="{06F0B425-4911-4003-A577-20AB0F05C13E}"/>
                </a:ext>
              </a:extLst>
            </p:cNvPr>
            <p:cNvSpPr/>
            <p:nvPr/>
          </p:nvSpPr>
          <p:spPr>
            <a:xfrm>
              <a:off x="27787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" name="_k398">
              <a:extLst>
                <a:ext uri="{FF2B5EF4-FFF2-40B4-BE49-F238E27FC236}">
                  <a16:creationId xmlns:a16="http://schemas.microsoft.com/office/drawing/2014/main" id="{B34BC4B1-0838-408D-8E35-C0F6DDAD321C}"/>
                </a:ext>
              </a:extLst>
            </p:cNvPr>
            <p:cNvSpPr/>
            <p:nvPr/>
          </p:nvSpPr>
          <p:spPr>
            <a:xfrm>
              <a:off x="30048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" name="_k399">
              <a:extLst>
                <a:ext uri="{FF2B5EF4-FFF2-40B4-BE49-F238E27FC236}">
                  <a16:creationId xmlns:a16="http://schemas.microsoft.com/office/drawing/2014/main" id="{3F92A6F0-A159-48CA-808B-434DC0C8B12D}"/>
                </a:ext>
              </a:extLst>
            </p:cNvPr>
            <p:cNvSpPr/>
            <p:nvPr/>
          </p:nvSpPr>
          <p:spPr>
            <a:xfrm>
              <a:off x="32308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" name="_k400">
              <a:extLst>
                <a:ext uri="{FF2B5EF4-FFF2-40B4-BE49-F238E27FC236}">
                  <a16:creationId xmlns:a16="http://schemas.microsoft.com/office/drawing/2014/main" id="{C1AA0825-8026-4709-88A3-6336287B5D13}"/>
                </a:ext>
              </a:extLst>
            </p:cNvPr>
            <p:cNvSpPr/>
            <p:nvPr/>
          </p:nvSpPr>
          <p:spPr>
            <a:xfrm>
              <a:off x="34569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" name="_k401">
              <a:extLst>
                <a:ext uri="{FF2B5EF4-FFF2-40B4-BE49-F238E27FC236}">
                  <a16:creationId xmlns:a16="http://schemas.microsoft.com/office/drawing/2014/main" id="{31F6114D-4667-41AD-943E-C5F358DFA79B}"/>
                </a:ext>
              </a:extLst>
            </p:cNvPr>
            <p:cNvSpPr/>
            <p:nvPr/>
          </p:nvSpPr>
          <p:spPr>
            <a:xfrm>
              <a:off x="36830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" name="_k402">
              <a:extLst>
                <a:ext uri="{FF2B5EF4-FFF2-40B4-BE49-F238E27FC236}">
                  <a16:creationId xmlns:a16="http://schemas.microsoft.com/office/drawing/2014/main" id="{A743CBD2-72B9-41E2-9771-D58EFB831F4E}"/>
                </a:ext>
              </a:extLst>
            </p:cNvPr>
            <p:cNvSpPr/>
            <p:nvPr/>
          </p:nvSpPr>
          <p:spPr>
            <a:xfrm>
              <a:off x="39090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" name="_k403">
              <a:extLst>
                <a:ext uri="{FF2B5EF4-FFF2-40B4-BE49-F238E27FC236}">
                  <a16:creationId xmlns:a16="http://schemas.microsoft.com/office/drawing/2014/main" id="{CCB9E400-9E11-4E9E-BAB2-39980048C1D0}"/>
                </a:ext>
              </a:extLst>
            </p:cNvPr>
            <p:cNvSpPr/>
            <p:nvPr/>
          </p:nvSpPr>
          <p:spPr>
            <a:xfrm>
              <a:off x="41351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" name="_k404">
              <a:extLst>
                <a:ext uri="{FF2B5EF4-FFF2-40B4-BE49-F238E27FC236}">
                  <a16:creationId xmlns:a16="http://schemas.microsoft.com/office/drawing/2014/main" id="{E9465A12-667F-493E-B589-B995F72E9F44}"/>
                </a:ext>
              </a:extLst>
            </p:cNvPr>
            <p:cNvSpPr/>
            <p:nvPr/>
          </p:nvSpPr>
          <p:spPr>
            <a:xfrm>
              <a:off x="43611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" name="_k405">
              <a:extLst>
                <a:ext uri="{FF2B5EF4-FFF2-40B4-BE49-F238E27FC236}">
                  <a16:creationId xmlns:a16="http://schemas.microsoft.com/office/drawing/2014/main" id="{BBB8C9D3-3830-4E5F-922C-99DBB566F6D4}"/>
                </a:ext>
              </a:extLst>
            </p:cNvPr>
            <p:cNvSpPr/>
            <p:nvPr/>
          </p:nvSpPr>
          <p:spPr>
            <a:xfrm>
              <a:off x="45872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" name="_k406">
              <a:extLst>
                <a:ext uri="{FF2B5EF4-FFF2-40B4-BE49-F238E27FC236}">
                  <a16:creationId xmlns:a16="http://schemas.microsoft.com/office/drawing/2014/main" id="{5F623172-216B-4560-B6CF-B70B96BE664F}"/>
                </a:ext>
              </a:extLst>
            </p:cNvPr>
            <p:cNvSpPr/>
            <p:nvPr/>
          </p:nvSpPr>
          <p:spPr>
            <a:xfrm>
              <a:off x="48133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_k407">
              <a:extLst>
                <a:ext uri="{FF2B5EF4-FFF2-40B4-BE49-F238E27FC236}">
                  <a16:creationId xmlns:a16="http://schemas.microsoft.com/office/drawing/2014/main" id="{282597CB-4BFF-48BA-952D-ACDAC4A25DE2}"/>
                </a:ext>
              </a:extLst>
            </p:cNvPr>
            <p:cNvSpPr/>
            <p:nvPr/>
          </p:nvSpPr>
          <p:spPr>
            <a:xfrm>
              <a:off x="50393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" name="_k408">
              <a:extLst>
                <a:ext uri="{FF2B5EF4-FFF2-40B4-BE49-F238E27FC236}">
                  <a16:creationId xmlns:a16="http://schemas.microsoft.com/office/drawing/2014/main" id="{557469CC-EC04-419D-8D68-85C5384FFF87}"/>
                </a:ext>
              </a:extLst>
            </p:cNvPr>
            <p:cNvSpPr/>
            <p:nvPr/>
          </p:nvSpPr>
          <p:spPr>
            <a:xfrm>
              <a:off x="52654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" name="_k409">
              <a:extLst>
                <a:ext uri="{FF2B5EF4-FFF2-40B4-BE49-F238E27FC236}">
                  <a16:creationId xmlns:a16="http://schemas.microsoft.com/office/drawing/2014/main" id="{77C3A7A0-300E-4D27-8A44-6AE6012B6055}"/>
                </a:ext>
              </a:extLst>
            </p:cNvPr>
            <p:cNvSpPr/>
            <p:nvPr/>
          </p:nvSpPr>
          <p:spPr>
            <a:xfrm>
              <a:off x="54914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" name="_k410">
              <a:extLst>
                <a:ext uri="{FF2B5EF4-FFF2-40B4-BE49-F238E27FC236}">
                  <a16:creationId xmlns:a16="http://schemas.microsoft.com/office/drawing/2014/main" id="{44811A0B-66A7-42F4-B922-ADFAC947E61B}"/>
                </a:ext>
              </a:extLst>
            </p:cNvPr>
            <p:cNvSpPr/>
            <p:nvPr/>
          </p:nvSpPr>
          <p:spPr>
            <a:xfrm>
              <a:off x="57175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_k411">
              <a:extLst>
                <a:ext uri="{FF2B5EF4-FFF2-40B4-BE49-F238E27FC236}">
                  <a16:creationId xmlns:a16="http://schemas.microsoft.com/office/drawing/2014/main" id="{B9271C5E-E9FC-42C9-A43F-A5C0BE6AB7A3}"/>
                </a:ext>
              </a:extLst>
            </p:cNvPr>
            <p:cNvSpPr/>
            <p:nvPr/>
          </p:nvSpPr>
          <p:spPr>
            <a:xfrm>
              <a:off x="59436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" name="_k412">
              <a:extLst>
                <a:ext uri="{FF2B5EF4-FFF2-40B4-BE49-F238E27FC236}">
                  <a16:creationId xmlns:a16="http://schemas.microsoft.com/office/drawing/2014/main" id="{F7E004FB-8398-4AFC-B048-3B7363779FAD}"/>
                </a:ext>
              </a:extLst>
            </p:cNvPr>
            <p:cNvSpPr/>
            <p:nvPr/>
          </p:nvSpPr>
          <p:spPr>
            <a:xfrm>
              <a:off x="61696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" name="_k413">
              <a:extLst>
                <a:ext uri="{FF2B5EF4-FFF2-40B4-BE49-F238E27FC236}">
                  <a16:creationId xmlns:a16="http://schemas.microsoft.com/office/drawing/2014/main" id="{4787A3EC-A4BD-4EDB-8D02-88D313742737}"/>
                </a:ext>
              </a:extLst>
            </p:cNvPr>
            <p:cNvSpPr/>
            <p:nvPr/>
          </p:nvSpPr>
          <p:spPr>
            <a:xfrm>
              <a:off x="63957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" name="_k414">
              <a:extLst>
                <a:ext uri="{FF2B5EF4-FFF2-40B4-BE49-F238E27FC236}">
                  <a16:creationId xmlns:a16="http://schemas.microsoft.com/office/drawing/2014/main" id="{7FE84B22-2E01-4C7A-9335-03EAFFB6A987}"/>
                </a:ext>
              </a:extLst>
            </p:cNvPr>
            <p:cNvSpPr/>
            <p:nvPr/>
          </p:nvSpPr>
          <p:spPr>
            <a:xfrm>
              <a:off x="66217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_k415">
              <a:extLst>
                <a:ext uri="{FF2B5EF4-FFF2-40B4-BE49-F238E27FC236}">
                  <a16:creationId xmlns:a16="http://schemas.microsoft.com/office/drawing/2014/main" id="{D724BD26-30DD-43D8-B543-B779715A719D}"/>
                </a:ext>
              </a:extLst>
            </p:cNvPr>
            <p:cNvSpPr/>
            <p:nvPr/>
          </p:nvSpPr>
          <p:spPr>
            <a:xfrm>
              <a:off x="68478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" name="_k416">
              <a:extLst>
                <a:ext uri="{FF2B5EF4-FFF2-40B4-BE49-F238E27FC236}">
                  <a16:creationId xmlns:a16="http://schemas.microsoft.com/office/drawing/2014/main" id="{82DDF354-143E-4420-8FD6-8CC1BCF6E79D}"/>
                </a:ext>
              </a:extLst>
            </p:cNvPr>
            <p:cNvSpPr/>
            <p:nvPr/>
          </p:nvSpPr>
          <p:spPr>
            <a:xfrm>
              <a:off x="707390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" name="_k417">
              <a:extLst>
                <a:ext uri="{FF2B5EF4-FFF2-40B4-BE49-F238E27FC236}">
                  <a16:creationId xmlns:a16="http://schemas.microsoft.com/office/drawing/2014/main" id="{E48A1191-4E4D-4AF6-8CE6-9E3722497773}"/>
                </a:ext>
              </a:extLst>
            </p:cNvPr>
            <p:cNvSpPr/>
            <p:nvPr/>
          </p:nvSpPr>
          <p:spPr>
            <a:xfrm>
              <a:off x="729996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" name="_k418">
              <a:extLst>
                <a:ext uri="{FF2B5EF4-FFF2-40B4-BE49-F238E27FC236}">
                  <a16:creationId xmlns:a16="http://schemas.microsoft.com/office/drawing/2014/main" id="{14D67F93-F35F-418B-A092-FFEB302C535A}"/>
                </a:ext>
              </a:extLst>
            </p:cNvPr>
            <p:cNvSpPr/>
            <p:nvPr/>
          </p:nvSpPr>
          <p:spPr>
            <a:xfrm>
              <a:off x="752602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_k419">
              <a:extLst>
                <a:ext uri="{FF2B5EF4-FFF2-40B4-BE49-F238E27FC236}">
                  <a16:creationId xmlns:a16="http://schemas.microsoft.com/office/drawing/2014/main" id="{17B6CE2A-CB4E-41BE-A154-126CDF4E58A9}"/>
                </a:ext>
              </a:extLst>
            </p:cNvPr>
            <p:cNvSpPr/>
            <p:nvPr/>
          </p:nvSpPr>
          <p:spPr>
            <a:xfrm>
              <a:off x="775208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" name="_k420">
              <a:extLst>
                <a:ext uri="{FF2B5EF4-FFF2-40B4-BE49-F238E27FC236}">
                  <a16:creationId xmlns:a16="http://schemas.microsoft.com/office/drawing/2014/main" id="{3D6E484D-A8B2-4B5E-B134-2E430DA899B1}"/>
                </a:ext>
              </a:extLst>
            </p:cNvPr>
            <p:cNvSpPr/>
            <p:nvPr/>
          </p:nvSpPr>
          <p:spPr>
            <a:xfrm>
              <a:off x="7978140" y="509524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3" name="!!m28_row14">
            <a:extLst>
              <a:ext uri="{FF2B5EF4-FFF2-40B4-BE49-F238E27FC236}">
                <a16:creationId xmlns:a16="http://schemas.microsoft.com/office/drawing/2014/main" id="{D101E725-5A78-41EA-BC14-4E0671BCFB38}"/>
              </a:ext>
            </a:extLst>
          </p:cNvPr>
          <p:cNvGrpSpPr/>
          <p:nvPr/>
        </p:nvGrpSpPr>
        <p:grpSpPr>
          <a:xfrm>
            <a:off x="1422400" y="5278120"/>
            <a:ext cx="6682740" cy="127000"/>
            <a:chOff x="1422400" y="5278120"/>
            <a:chExt cx="6682740" cy="127000"/>
          </a:xfrm>
        </p:grpSpPr>
        <p:sp>
          <p:nvSpPr>
            <p:cNvPr id="463" name="_k421">
              <a:extLst>
                <a:ext uri="{FF2B5EF4-FFF2-40B4-BE49-F238E27FC236}">
                  <a16:creationId xmlns:a16="http://schemas.microsoft.com/office/drawing/2014/main" id="{DFA7DD61-1EF2-460C-B7B7-B7FF5F86B7E8}"/>
                </a:ext>
              </a:extLst>
            </p:cNvPr>
            <p:cNvSpPr/>
            <p:nvPr/>
          </p:nvSpPr>
          <p:spPr>
            <a:xfrm>
              <a:off x="14224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_k422">
              <a:extLst>
                <a:ext uri="{FF2B5EF4-FFF2-40B4-BE49-F238E27FC236}">
                  <a16:creationId xmlns:a16="http://schemas.microsoft.com/office/drawing/2014/main" id="{E8AAC926-C887-44A9-A986-90E06971AF9C}"/>
                </a:ext>
              </a:extLst>
            </p:cNvPr>
            <p:cNvSpPr/>
            <p:nvPr/>
          </p:nvSpPr>
          <p:spPr>
            <a:xfrm>
              <a:off x="16484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" name="_k423">
              <a:extLst>
                <a:ext uri="{FF2B5EF4-FFF2-40B4-BE49-F238E27FC236}">
                  <a16:creationId xmlns:a16="http://schemas.microsoft.com/office/drawing/2014/main" id="{1C997B9C-19AE-441B-9E15-79C3AA086DB5}"/>
                </a:ext>
              </a:extLst>
            </p:cNvPr>
            <p:cNvSpPr/>
            <p:nvPr/>
          </p:nvSpPr>
          <p:spPr>
            <a:xfrm>
              <a:off x="18745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" name="_k424">
              <a:extLst>
                <a:ext uri="{FF2B5EF4-FFF2-40B4-BE49-F238E27FC236}">
                  <a16:creationId xmlns:a16="http://schemas.microsoft.com/office/drawing/2014/main" id="{AD10F027-7845-4E50-A93F-6A0F58A27F97}"/>
                </a:ext>
              </a:extLst>
            </p:cNvPr>
            <p:cNvSpPr/>
            <p:nvPr/>
          </p:nvSpPr>
          <p:spPr>
            <a:xfrm>
              <a:off x="21005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" name="_k425">
              <a:extLst>
                <a:ext uri="{FF2B5EF4-FFF2-40B4-BE49-F238E27FC236}">
                  <a16:creationId xmlns:a16="http://schemas.microsoft.com/office/drawing/2014/main" id="{844B96A9-DA68-4352-8C6C-5052597F39F7}"/>
                </a:ext>
              </a:extLst>
            </p:cNvPr>
            <p:cNvSpPr/>
            <p:nvPr/>
          </p:nvSpPr>
          <p:spPr>
            <a:xfrm>
              <a:off x="23266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" name="_k426">
              <a:extLst>
                <a:ext uri="{FF2B5EF4-FFF2-40B4-BE49-F238E27FC236}">
                  <a16:creationId xmlns:a16="http://schemas.microsoft.com/office/drawing/2014/main" id="{AF1684E0-1209-425E-9FAE-67B6AC3FA0A8}"/>
                </a:ext>
              </a:extLst>
            </p:cNvPr>
            <p:cNvSpPr/>
            <p:nvPr/>
          </p:nvSpPr>
          <p:spPr>
            <a:xfrm>
              <a:off x="25527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" name="_k427">
              <a:extLst>
                <a:ext uri="{FF2B5EF4-FFF2-40B4-BE49-F238E27FC236}">
                  <a16:creationId xmlns:a16="http://schemas.microsoft.com/office/drawing/2014/main" id="{0B6E4102-F90B-49F4-93CF-F00C53C2BC35}"/>
                </a:ext>
              </a:extLst>
            </p:cNvPr>
            <p:cNvSpPr/>
            <p:nvPr/>
          </p:nvSpPr>
          <p:spPr>
            <a:xfrm>
              <a:off x="27787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" name="_k428">
              <a:extLst>
                <a:ext uri="{FF2B5EF4-FFF2-40B4-BE49-F238E27FC236}">
                  <a16:creationId xmlns:a16="http://schemas.microsoft.com/office/drawing/2014/main" id="{E3368C7E-A4DF-4171-9F03-94AD3BFB01B4}"/>
                </a:ext>
              </a:extLst>
            </p:cNvPr>
            <p:cNvSpPr/>
            <p:nvPr/>
          </p:nvSpPr>
          <p:spPr>
            <a:xfrm>
              <a:off x="30048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" name="_k429">
              <a:extLst>
                <a:ext uri="{FF2B5EF4-FFF2-40B4-BE49-F238E27FC236}">
                  <a16:creationId xmlns:a16="http://schemas.microsoft.com/office/drawing/2014/main" id="{432C366D-49B5-47EA-9507-CA33CE5C39F1}"/>
                </a:ext>
              </a:extLst>
            </p:cNvPr>
            <p:cNvSpPr/>
            <p:nvPr/>
          </p:nvSpPr>
          <p:spPr>
            <a:xfrm>
              <a:off x="32308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" name="_k430">
              <a:extLst>
                <a:ext uri="{FF2B5EF4-FFF2-40B4-BE49-F238E27FC236}">
                  <a16:creationId xmlns:a16="http://schemas.microsoft.com/office/drawing/2014/main" id="{F6BE097B-C25F-4217-9A1F-EFFC02454D58}"/>
                </a:ext>
              </a:extLst>
            </p:cNvPr>
            <p:cNvSpPr/>
            <p:nvPr/>
          </p:nvSpPr>
          <p:spPr>
            <a:xfrm>
              <a:off x="34569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" name="_k431">
              <a:extLst>
                <a:ext uri="{FF2B5EF4-FFF2-40B4-BE49-F238E27FC236}">
                  <a16:creationId xmlns:a16="http://schemas.microsoft.com/office/drawing/2014/main" id="{4D3A0FAF-6510-4861-91E9-20EE5A04128B}"/>
                </a:ext>
              </a:extLst>
            </p:cNvPr>
            <p:cNvSpPr/>
            <p:nvPr/>
          </p:nvSpPr>
          <p:spPr>
            <a:xfrm>
              <a:off x="36830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" name="_k432">
              <a:extLst>
                <a:ext uri="{FF2B5EF4-FFF2-40B4-BE49-F238E27FC236}">
                  <a16:creationId xmlns:a16="http://schemas.microsoft.com/office/drawing/2014/main" id="{E571CB34-73E3-4564-A237-A5507E2039BE}"/>
                </a:ext>
              </a:extLst>
            </p:cNvPr>
            <p:cNvSpPr/>
            <p:nvPr/>
          </p:nvSpPr>
          <p:spPr>
            <a:xfrm>
              <a:off x="39090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" name="_k433">
              <a:extLst>
                <a:ext uri="{FF2B5EF4-FFF2-40B4-BE49-F238E27FC236}">
                  <a16:creationId xmlns:a16="http://schemas.microsoft.com/office/drawing/2014/main" id="{05157A7F-E6B4-46E9-8C77-D6C59043B81C}"/>
                </a:ext>
              </a:extLst>
            </p:cNvPr>
            <p:cNvSpPr/>
            <p:nvPr/>
          </p:nvSpPr>
          <p:spPr>
            <a:xfrm>
              <a:off x="41351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" name="_k434">
              <a:extLst>
                <a:ext uri="{FF2B5EF4-FFF2-40B4-BE49-F238E27FC236}">
                  <a16:creationId xmlns:a16="http://schemas.microsoft.com/office/drawing/2014/main" id="{606BC12B-D084-4DB8-906E-E84109D00A69}"/>
                </a:ext>
              </a:extLst>
            </p:cNvPr>
            <p:cNvSpPr/>
            <p:nvPr/>
          </p:nvSpPr>
          <p:spPr>
            <a:xfrm>
              <a:off x="43611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" name="_k435">
              <a:extLst>
                <a:ext uri="{FF2B5EF4-FFF2-40B4-BE49-F238E27FC236}">
                  <a16:creationId xmlns:a16="http://schemas.microsoft.com/office/drawing/2014/main" id="{FAC5602D-EA1A-4DEA-84B4-4FD85FF64BD1}"/>
                </a:ext>
              </a:extLst>
            </p:cNvPr>
            <p:cNvSpPr/>
            <p:nvPr/>
          </p:nvSpPr>
          <p:spPr>
            <a:xfrm>
              <a:off x="45872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" name="_k436">
              <a:extLst>
                <a:ext uri="{FF2B5EF4-FFF2-40B4-BE49-F238E27FC236}">
                  <a16:creationId xmlns:a16="http://schemas.microsoft.com/office/drawing/2014/main" id="{9CCBE77B-8785-4BF1-9C80-F938AB0FF228}"/>
                </a:ext>
              </a:extLst>
            </p:cNvPr>
            <p:cNvSpPr/>
            <p:nvPr/>
          </p:nvSpPr>
          <p:spPr>
            <a:xfrm>
              <a:off x="48133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" name="_k437">
              <a:extLst>
                <a:ext uri="{FF2B5EF4-FFF2-40B4-BE49-F238E27FC236}">
                  <a16:creationId xmlns:a16="http://schemas.microsoft.com/office/drawing/2014/main" id="{E7FA7FE9-BF24-4274-ACFD-B8DCD8BBE2A9}"/>
                </a:ext>
              </a:extLst>
            </p:cNvPr>
            <p:cNvSpPr/>
            <p:nvPr/>
          </p:nvSpPr>
          <p:spPr>
            <a:xfrm>
              <a:off x="50393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" name="_k438">
              <a:extLst>
                <a:ext uri="{FF2B5EF4-FFF2-40B4-BE49-F238E27FC236}">
                  <a16:creationId xmlns:a16="http://schemas.microsoft.com/office/drawing/2014/main" id="{3D1CFB30-784B-4050-8483-FFD4032ACA65}"/>
                </a:ext>
              </a:extLst>
            </p:cNvPr>
            <p:cNvSpPr/>
            <p:nvPr/>
          </p:nvSpPr>
          <p:spPr>
            <a:xfrm>
              <a:off x="52654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" name="_k439">
              <a:extLst>
                <a:ext uri="{FF2B5EF4-FFF2-40B4-BE49-F238E27FC236}">
                  <a16:creationId xmlns:a16="http://schemas.microsoft.com/office/drawing/2014/main" id="{17A6D60F-C269-4FCB-8F41-E2C4066EFC1B}"/>
                </a:ext>
              </a:extLst>
            </p:cNvPr>
            <p:cNvSpPr/>
            <p:nvPr/>
          </p:nvSpPr>
          <p:spPr>
            <a:xfrm>
              <a:off x="54914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" name="_k440">
              <a:extLst>
                <a:ext uri="{FF2B5EF4-FFF2-40B4-BE49-F238E27FC236}">
                  <a16:creationId xmlns:a16="http://schemas.microsoft.com/office/drawing/2014/main" id="{BC7E38E2-1A26-4198-A093-023842966D60}"/>
                </a:ext>
              </a:extLst>
            </p:cNvPr>
            <p:cNvSpPr/>
            <p:nvPr/>
          </p:nvSpPr>
          <p:spPr>
            <a:xfrm>
              <a:off x="57175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" name="_k441">
              <a:extLst>
                <a:ext uri="{FF2B5EF4-FFF2-40B4-BE49-F238E27FC236}">
                  <a16:creationId xmlns:a16="http://schemas.microsoft.com/office/drawing/2014/main" id="{62AD334C-281D-4F1C-8CC0-68538E0464D6}"/>
                </a:ext>
              </a:extLst>
            </p:cNvPr>
            <p:cNvSpPr/>
            <p:nvPr/>
          </p:nvSpPr>
          <p:spPr>
            <a:xfrm>
              <a:off x="59436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" name="_k442">
              <a:extLst>
                <a:ext uri="{FF2B5EF4-FFF2-40B4-BE49-F238E27FC236}">
                  <a16:creationId xmlns:a16="http://schemas.microsoft.com/office/drawing/2014/main" id="{BDAE82E7-C1F0-40E6-AC59-C447ABEB7023}"/>
                </a:ext>
              </a:extLst>
            </p:cNvPr>
            <p:cNvSpPr/>
            <p:nvPr/>
          </p:nvSpPr>
          <p:spPr>
            <a:xfrm>
              <a:off x="61696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" name="_k443">
              <a:extLst>
                <a:ext uri="{FF2B5EF4-FFF2-40B4-BE49-F238E27FC236}">
                  <a16:creationId xmlns:a16="http://schemas.microsoft.com/office/drawing/2014/main" id="{2D23CB35-EFEF-41DA-B89A-7EB8AB44AF70}"/>
                </a:ext>
              </a:extLst>
            </p:cNvPr>
            <p:cNvSpPr/>
            <p:nvPr/>
          </p:nvSpPr>
          <p:spPr>
            <a:xfrm>
              <a:off x="63957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" name="_k444">
              <a:extLst>
                <a:ext uri="{FF2B5EF4-FFF2-40B4-BE49-F238E27FC236}">
                  <a16:creationId xmlns:a16="http://schemas.microsoft.com/office/drawing/2014/main" id="{55F6A9F5-11E6-48FB-99C6-53C944CA2052}"/>
                </a:ext>
              </a:extLst>
            </p:cNvPr>
            <p:cNvSpPr/>
            <p:nvPr/>
          </p:nvSpPr>
          <p:spPr>
            <a:xfrm>
              <a:off x="66217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" name="_k445">
              <a:extLst>
                <a:ext uri="{FF2B5EF4-FFF2-40B4-BE49-F238E27FC236}">
                  <a16:creationId xmlns:a16="http://schemas.microsoft.com/office/drawing/2014/main" id="{B144B6A5-F689-435A-8DF5-C07D8F2C8F97}"/>
                </a:ext>
              </a:extLst>
            </p:cNvPr>
            <p:cNvSpPr/>
            <p:nvPr/>
          </p:nvSpPr>
          <p:spPr>
            <a:xfrm>
              <a:off x="68478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" name="_k446">
              <a:extLst>
                <a:ext uri="{FF2B5EF4-FFF2-40B4-BE49-F238E27FC236}">
                  <a16:creationId xmlns:a16="http://schemas.microsoft.com/office/drawing/2014/main" id="{B0CDEA70-B82A-4F82-B219-19FFD7906323}"/>
                </a:ext>
              </a:extLst>
            </p:cNvPr>
            <p:cNvSpPr/>
            <p:nvPr/>
          </p:nvSpPr>
          <p:spPr>
            <a:xfrm>
              <a:off x="707390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" name="_k447">
              <a:extLst>
                <a:ext uri="{FF2B5EF4-FFF2-40B4-BE49-F238E27FC236}">
                  <a16:creationId xmlns:a16="http://schemas.microsoft.com/office/drawing/2014/main" id="{4495B256-CD2C-4EA7-88FD-2949A4CF1679}"/>
                </a:ext>
              </a:extLst>
            </p:cNvPr>
            <p:cNvSpPr/>
            <p:nvPr/>
          </p:nvSpPr>
          <p:spPr>
            <a:xfrm>
              <a:off x="729996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" name="_k448">
              <a:extLst>
                <a:ext uri="{FF2B5EF4-FFF2-40B4-BE49-F238E27FC236}">
                  <a16:creationId xmlns:a16="http://schemas.microsoft.com/office/drawing/2014/main" id="{655E2393-D40C-459E-A514-46C8399FD40E}"/>
                </a:ext>
              </a:extLst>
            </p:cNvPr>
            <p:cNvSpPr/>
            <p:nvPr/>
          </p:nvSpPr>
          <p:spPr>
            <a:xfrm>
              <a:off x="752602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" name="_k449">
              <a:extLst>
                <a:ext uri="{FF2B5EF4-FFF2-40B4-BE49-F238E27FC236}">
                  <a16:creationId xmlns:a16="http://schemas.microsoft.com/office/drawing/2014/main" id="{CE0863F0-3687-4893-BA91-ED466318DA89}"/>
                </a:ext>
              </a:extLst>
            </p:cNvPr>
            <p:cNvSpPr/>
            <p:nvPr/>
          </p:nvSpPr>
          <p:spPr>
            <a:xfrm>
              <a:off x="775208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" name="_k450">
              <a:extLst>
                <a:ext uri="{FF2B5EF4-FFF2-40B4-BE49-F238E27FC236}">
                  <a16:creationId xmlns:a16="http://schemas.microsoft.com/office/drawing/2014/main" id="{CF464E68-D0A6-43D8-B66F-B5E8E8EA290C}"/>
                </a:ext>
              </a:extLst>
            </p:cNvPr>
            <p:cNvSpPr/>
            <p:nvPr/>
          </p:nvSpPr>
          <p:spPr>
            <a:xfrm>
              <a:off x="7978140" y="527812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4" name="!!m28_row15">
            <a:extLst>
              <a:ext uri="{FF2B5EF4-FFF2-40B4-BE49-F238E27FC236}">
                <a16:creationId xmlns:a16="http://schemas.microsoft.com/office/drawing/2014/main" id="{9886BE66-5086-4F13-83F6-2E99F3D6F167}"/>
              </a:ext>
            </a:extLst>
          </p:cNvPr>
          <p:cNvGrpSpPr/>
          <p:nvPr/>
        </p:nvGrpSpPr>
        <p:grpSpPr>
          <a:xfrm>
            <a:off x="1422400" y="5461000"/>
            <a:ext cx="6682740" cy="127000"/>
            <a:chOff x="1422400" y="5461000"/>
            <a:chExt cx="6682740" cy="127000"/>
          </a:xfrm>
        </p:grpSpPr>
        <p:sp>
          <p:nvSpPr>
            <p:cNvPr id="494" name="_k451">
              <a:extLst>
                <a:ext uri="{FF2B5EF4-FFF2-40B4-BE49-F238E27FC236}">
                  <a16:creationId xmlns:a16="http://schemas.microsoft.com/office/drawing/2014/main" id="{35B7BC5C-AFC2-469B-9CFF-00F6632B02B7}"/>
                </a:ext>
              </a:extLst>
            </p:cNvPr>
            <p:cNvSpPr/>
            <p:nvPr/>
          </p:nvSpPr>
          <p:spPr>
            <a:xfrm>
              <a:off x="14224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" name="_k452">
              <a:extLst>
                <a:ext uri="{FF2B5EF4-FFF2-40B4-BE49-F238E27FC236}">
                  <a16:creationId xmlns:a16="http://schemas.microsoft.com/office/drawing/2014/main" id="{7CEBC47F-4BBA-4A0A-8EE9-18258DA9357B}"/>
                </a:ext>
              </a:extLst>
            </p:cNvPr>
            <p:cNvSpPr/>
            <p:nvPr/>
          </p:nvSpPr>
          <p:spPr>
            <a:xfrm>
              <a:off x="16484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" name="_k453">
              <a:extLst>
                <a:ext uri="{FF2B5EF4-FFF2-40B4-BE49-F238E27FC236}">
                  <a16:creationId xmlns:a16="http://schemas.microsoft.com/office/drawing/2014/main" id="{49B96CB7-CD2D-4BB4-8D00-659213FE6512}"/>
                </a:ext>
              </a:extLst>
            </p:cNvPr>
            <p:cNvSpPr/>
            <p:nvPr/>
          </p:nvSpPr>
          <p:spPr>
            <a:xfrm>
              <a:off x="18745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" name="_k454">
              <a:extLst>
                <a:ext uri="{FF2B5EF4-FFF2-40B4-BE49-F238E27FC236}">
                  <a16:creationId xmlns:a16="http://schemas.microsoft.com/office/drawing/2014/main" id="{34F968BC-DEF4-48F0-9873-59976C80DB7F}"/>
                </a:ext>
              </a:extLst>
            </p:cNvPr>
            <p:cNvSpPr/>
            <p:nvPr/>
          </p:nvSpPr>
          <p:spPr>
            <a:xfrm>
              <a:off x="21005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" name="_k455">
              <a:extLst>
                <a:ext uri="{FF2B5EF4-FFF2-40B4-BE49-F238E27FC236}">
                  <a16:creationId xmlns:a16="http://schemas.microsoft.com/office/drawing/2014/main" id="{26B04486-E67B-4224-862F-F34B8F4D65EB}"/>
                </a:ext>
              </a:extLst>
            </p:cNvPr>
            <p:cNvSpPr/>
            <p:nvPr/>
          </p:nvSpPr>
          <p:spPr>
            <a:xfrm>
              <a:off x="23266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" name="_k456">
              <a:extLst>
                <a:ext uri="{FF2B5EF4-FFF2-40B4-BE49-F238E27FC236}">
                  <a16:creationId xmlns:a16="http://schemas.microsoft.com/office/drawing/2014/main" id="{E9BE82C9-1D27-4420-96A7-2CC914980A84}"/>
                </a:ext>
              </a:extLst>
            </p:cNvPr>
            <p:cNvSpPr/>
            <p:nvPr/>
          </p:nvSpPr>
          <p:spPr>
            <a:xfrm>
              <a:off x="25527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" name="_k457">
              <a:extLst>
                <a:ext uri="{FF2B5EF4-FFF2-40B4-BE49-F238E27FC236}">
                  <a16:creationId xmlns:a16="http://schemas.microsoft.com/office/drawing/2014/main" id="{508BD713-0675-4FFA-BEA6-E95F8BF7FCA3}"/>
                </a:ext>
              </a:extLst>
            </p:cNvPr>
            <p:cNvSpPr/>
            <p:nvPr/>
          </p:nvSpPr>
          <p:spPr>
            <a:xfrm>
              <a:off x="27787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" name="_k458">
              <a:extLst>
                <a:ext uri="{FF2B5EF4-FFF2-40B4-BE49-F238E27FC236}">
                  <a16:creationId xmlns:a16="http://schemas.microsoft.com/office/drawing/2014/main" id="{73A7F404-B132-4B3D-988F-76321B2C12DC}"/>
                </a:ext>
              </a:extLst>
            </p:cNvPr>
            <p:cNvSpPr/>
            <p:nvPr/>
          </p:nvSpPr>
          <p:spPr>
            <a:xfrm>
              <a:off x="30048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" name="_k459">
              <a:extLst>
                <a:ext uri="{FF2B5EF4-FFF2-40B4-BE49-F238E27FC236}">
                  <a16:creationId xmlns:a16="http://schemas.microsoft.com/office/drawing/2014/main" id="{8F8742D5-1DFE-4A81-85CC-09FEFC037763}"/>
                </a:ext>
              </a:extLst>
            </p:cNvPr>
            <p:cNvSpPr/>
            <p:nvPr/>
          </p:nvSpPr>
          <p:spPr>
            <a:xfrm>
              <a:off x="32308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" name="_k460">
              <a:extLst>
                <a:ext uri="{FF2B5EF4-FFF2-40B4-BE49-F238E27FC236}">
                  <a16:creationId xmlns:a16="http://schemas.microsoft.com/office/drawing/2014/main" id="{46FD47CB-C43F-4EE9-9202-C9E94743C822}"/>
                </a:ext>
              </a:extLst>
            </p:cNvPr>
            <p:cNvSpPr/>
            <p:nvPr/>
          </p:nvSpPr>
          <p:spPr>
            <a:xfrm>
              <a:off x="34569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" name="_k461">
              <a:extLst>
                <a:ext uri="{FF2B5EF4-FFF2-40B4-BE49-F238E27FC236}">
                  <a16:creationId xmlns:a16="http://schemas.microsoft.com/office/drawing/2014/main" id="{AA75CE96-AD52-4429-9E28-2864862B7718}"/>
                </a:ext>
              </a:extLst>
            </p:cNvPr>
            <p:cNvSpPr/>
            <p:nvPr/>
          </p:nvSpPr>
          <p:spPr>
            <a:xfrm>
              <a:off x="36830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" name="_k462">
              <a:extLst>
                <a:ext uri="{FF2B5EF4-FFF2-40B4-BE49-F238E27FC236}">
                  <a16:creationId xmlns:a16="http://schemas.microsoft.com/office/drawing/2014/main" id="{DA639A3F-6251-4739-8AFF-5DDEF299B6EC}"/>
                </a:ext>
              </a:extLst>
            </p:cNvPr>
            <p:cNvSpPr/>
            <p:nvPr/>
          </p:nvSpPr>
          <p:spPr>
            <a:xfrm>
              <a:off x="39090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" name="_k463">
              <a:extLst>
                <a:ext uri="{FF2B5EF4-FFF2-40B4-BE49-F238E27FC236}">
                  <a16:creationId xmlns:a16="http://schemas.microsoft.com/office/drawing/2014/main" id="{77A54C76-6C50-41BF-927B-0ECC53F2760C}"/>
                </a:ext>
              </a:extLst>
            </p:cNvPr>
            <p:cNvSpPr/>
            <p:nvPr/>
          </p:nvSpPr>
          <p:spPr>
            <a:xfrm>
              <a:off x="41351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" name="_k464">
              <a:extLst>
                <a:ext uri="{FF2B5EF4-FFF2-40B4-BE49-F238E27FC236}">
                  <a16:creationId xmlns:a16="http://schemas.microsoft.com/office/drawing/2014/main" id="{A01C85CF-14DF-4DF3-804C-E482B33F5BBF}"/>
                </a:ext>
              </a:extLst>
            </p:cNvPr>
            <p:cNvSpPr/>
            <p:nvPr/>
          </p:nvSpPr>
          <p:spPr>
            <a:xfrm>
              <a:off x="43611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" name="_k465">
              <a:extLst>
                <a:ext uri="{FF2B5EF4-FFF2-40B4-BE49-F238E27FC236}">
                  <a16:creationId xmlns:a16="http://schemas.microsoft.com/office/drawing/2014/main" id="{3E2E46E2-9A37-4194-B669-C69BE4C5D243}"/>
                </a:ext>
              </a:extLst>
            </p:cNvPr>
            <p:cNvSpPr/>
            <p:nvPr/>
          </p:nvSpPr>
          <p:spPr>
            <a:xfrm>
              <a:off x="45872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_k466">
              <a:extLst>
                <a:ext uri="{FF2B5EF4-FFF2-40B4-BE49-F238E27FC236}">
                  <a16:creationId xmlns:a16="http://schemas.microsoft.com/office/drawing/2014/main" id="{23953973-562B-4628-84A4-1EB6C38A38C4}"/>
                </a:ext>
              </a:extLst>
            </p:cNvPr>
            <p:cNvSpPr/>
            <p:nvPr/>
          </p:nvSpPr>
          <p:spPr>
            <a:xfrm>
              <a:off x="48133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0" name="_k467">
              <a:extLst>
                <a:ext uri="{FF2B5EF4-FFF2-40B4-BE49-F238E27FC236}">
                  <a16:creationId xmlns:a16="http://schemas.microsoft.com/office/drawing/2014/main" id="{17312603-A7D0-406F-8876-4923986BE820}"/>
                </a:ext>
              </a:extLst>
            </p:cNvPr>
            <p:cNvSpPr/>
            <p:nvPr/>
          </p:nvSpPr>
          <p:spPr>
            <a:xfrm>
              <a:off x="50393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1" name="_k468">
              <a:extLst>
                <a:ext uri="{FF2B5EF4-FFF2-40B4-BE49-F238E27FC236}">
                  <a16:creationId xmlns:a16="http://schemas.microsoft.com/office/drawing/2014/main" id="{3E5A311D-4C69-42B9-A028-CD000CDA6F58}"/>
                </a:ext>
              </a:extLst>
            </p:cNvPr>
            <p:cNvSpPr/>
            <p:nvPr/>
          </p:nvSpPr>
          <p:spPr>
            <a:xfrm>
              <a:off x="52654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" name="_k469">
              <a:extLst>
                <a:ext uri="{FF2B5EF4-FFF2-40B4-BE49-F238E27FC236}">
                  <a16:creationId xmlns:a16="http://schemas.microsoft.com/office/drawing/2014/main" id="{E808B6D5-B236-45DD-97DD-D9A6A3961851}"/>
                </a:ext>
              </a:extLst>
            </p:cNvPr>
            <p:cNvSpPr/>
            <p:nvPr/>
          </p:nvSpPr>
          <p:spPr>
            <a:xfrm>
              <a:off x="54914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" name="_k470">
              <a:extLst>
                <a:ext uri="{FF2B5EF4-FFF2-40B4-BE49-F238E27FC236}">
                  <a16:creationId xmlns:a16="http://schemas.microsoft.com/office/drawing/2014/main" id="{06B32402-57BD-4BC8-A0FB-59E8282C8D76}"/>
                </a:ext>
              </a:extLst>
            </p:cNvPr>
            <p:cNvSpPr/>
            <p:nvPr/>
          </p:nvSpPr>
          <p:spPr>
            <a:xfrm>
              <a:off x="57175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" name="_k471">
              <a:extLst>
                <a:ext uri="{FF2B5EF4-FFF2-40B4-BE49-F238E27FC236}">
                  <a16:creationId xmlns:a16="http://schemas.microsoft.com/office/drawing/2014/main" id="{776328A7-DBBF-4521-89E4-2CD3708A7D05}"/>
                </a:ext>
              </a:extLst>
            </p:cNvPr>
            <p:cNvSpPr/>
            <p:nvPr/>
          </p:nvSpPr>
          <p:spPr>
            <a:xfrm>
              <a:off x="59436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" name="_k472">
              <a:extLst>
                <a:ext uri="{FF2B5EF4-FFF2-40B4-BE49-F238E27FC236}">
                  <a16:creationId xmlns:a16="http://schemas.microsoft.com/office/drawing/2014/main" id="{E7307F22-BFC7-4ACF-8C9D-DFB62FE48246}"/>
                </a:ext>
              </a:extLst>
            </p:cNvPr>
            <p:cNvSpPr/>
            <p:nvPr/>
          </p:nvSpPr>
          <p:spPr>
            <a:xfrm>
              <a:off x="61696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" name="_k473">
              <a:extLst>
                <a:ext uri="{FF2B5EF4-FFF2-40B4-BE49-F238E27FC236}">
                  <a16:creationId xmlns:a16="http://schemas.microsoft.com/office/drawing/2014/main" id="{4EAFFD1A-0C0F-4392-BC45-96A531567718}"/>
                </a:ext>
              </a:extLst>
            </p:cNvPr>
            <p:cNvSpPr/>
            <p:nvPr/>
          </p:nvSpPr>
          <p:spPr>
            <a:xfrm>
              <a:off x="63957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" name="_k474">
              <a:extLst>
                <a:ext uri="{FF2B5EF4-FFF2-40B4-BE49-F238E27FC236}">
                  <a16:creationId xmlns:a16="http://schemas.microsoft.com/office/drawing/2014/main" id="{59C893C9-0630-478F-A9E0-156C167CFC8C}"/>
                </a:ext>
              </a:extLst>
            </p:cNvPr>
            <p:cNvSpPr/>
            <p:nvPr/>
          </p:nvSpPr>
          <p:spPr>
            <a:xfrm>
              <a:off x="66217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" name="_k475">
              <a:extLst>
                <a:ext uri="{FF2B5EF4-FFF2-40B4-BE49-F238E27FC236}">
                  <a16:creationId xmlns:a16="http://schemas.microsoft.com/office/drawing/2014/main" id="{3C849C6C-1509-479B-BE6A-F50B0E11EE67}"/>
                </a:ext>
              </a:extLst>
            </p:cNvPr>
            <p:cNvSpPr/>
            <p:nvPr/>
          </p:nvSpPr>
          <p:spPr>
            <a:xfrm>
              <a:off x="68478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" name="_k476">
              <a:extLst>
                <a:ext uri="{FF2B5EF4-FFF2-40B4-BE49-F238E27FC236}">
                  <a16:creationId xmlns:a16="http://schemas.microsoft.com/office/drawing/2014/main" id="{56048CD4-BC80-4D21-8EF4-DD2888E0617E}"/>
                </a:ext>
              </a:extLst>
            </p:cNvPr>
            <p:cNvSpPr/>
            <p:nvPr/>
          </p:nvSpPr>
          <p:spPr>
            <a:xfrm>
              <a:off x="707390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" name="_k477">
              <a:extLst>
                <a:ext uri="{FF2B5EF4-FFF2-40B4-BE49-F238E27FC236}">
                  <a16:creationId xmlns:a16="http://schemas.microsoft.com/office/drawing/2014/main" id="{D653F434-6F6C-4E01-AAD5-145F47D67F33}"/>
                </a:ext>
              </a:extLst>
            </p:cNvPr>
            <p:cNvSpPr/>
            <p:nvPr/>
          </p:nvSpPr>
          <p:spPr>
            <a:xfrm>
              <a:off x="729996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" name="_k478">
              <a:extLst>
                <a:ext uri="{FF2B5EF4-FFF2-40B4-BE49-F238E27FC236}">
                  <a16:creationId xmlns:a16="http://schemas.microsoft.com/office/drawing/2014/main" id="{562A3B0E-3B52-49B6-88CC-FAFC9E2BF9A0}"/>
                </a:ext>
              </a:extLst>
            </p:cNvPr>
            <p:cNvSpPr/>
            <p:nvPr/>
          </p:nvSpPr>
          <p:spPr>
            <a:xfrm>
              <a:off x="752602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" name="_k479">
              <a:extLst>
                <a:ext uri="{FF2B5EF4-FFF2-40B4-BE49-F238E27FC236}">
                  <a16:creationId xmlns:a16="http://schemas.microsoft.com/office/drawing/2014/main" id="{19A4C540-4B7A-4FA2-9F0E-19A128BE2592}"/>
                </a:ext>
              </a:extLst>
            </p:cNvPr>
            <p:cNvSpPr/>
            <p:nvPr/>
          </p:nvSpPr>
          <p:spPr>
            <a:xfrm>
              <a:off x="775208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" name="_k480">
              <a:extLst>
                <a:ext uri="{FF2B5EF4-FFF2-40B4-BE49-F238E27FC236}">
                  <a16:creationId xmlns:a16="http://schemas.microsoft.com/office/drawing/2014/main" id="{55978851-22E2-4DF9-8750-33673930B35F}"/>
                </a:ext>
              </a:extLst>
            </p:cNvPr>
            <p:cNvSpPr/>
            <p:nvPr/>
          </p:nvSpPr>
          <p:spPr>
            <a:xfrm>
              <a:off x="7978140" y="546100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5" name="!!m28_row16">
            <a:extLst>
              <a:ext uri="{FF2B5EF4-FFF2-40B4-BE49-F238E27FC236}">
                <a16:creationId xmlns:a16="http://schemas.microsoft.com/office/drawing/2014/main" id="{BB813B36-54AC-4CB3-AA15-056A185D63D0}"/>
              </a:ext>
            </a:extLst>
          </p:cNvPr>
          <p:cNvGrpSpPr/>
          <p:nvPr/>
        </p:nvGrpSpPr>
        <p:grpSpPr>
          <a:xfrm>
            <a:off x="1422400" y="5643880"/>
            <a:ext cx="6682740" cy="127000"/>
            <a:chOff x="1422400" y="5643880"/>
            <a:chExt cx="6682740" cy="127000"/>
          </a:xfrm>
        </p:grpSpPr>
        <p:sp>
          <p:nvSpPr>
            <p:cNvPr id="525" name="_k481">
              <a:extLst>
                <a:ext uri="{FF2B5EF4-FFF2-40B4-BE49-F238E27FC236}">
                  <a16:creationId xmlns:a16="http://schemas.microsoft.com/office/drawing/2014/main" id="{5828AF47-6324-46CD-82FD-17EF7E5B97A9}"/>
                </a:ext>
              </a:extLst>
            </p:cNvPr>
            <p:cNvSpPr/>
            <p:nvPr/>
          </p:nvSpPr>
          <p:spPr>
            <a:xfrm>
              <a:off x="14224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" name="_k482">
              <a:extLst>
                <a:ext uri="{FF2B5EF4-FFF2-40B4-BE49-F238E27FC236}">
                  <a16:creationId xmlns:a16="http://schemas.microsoft.com/office/drawing/2014/main" id="{C7205CC0-6F7D-4A4A-9BF1-F479E6963E8E}"/>
                </a:ext>
              </a:extLst>
            </p:cNvPr>
            <p:cNvSpPr/>
            <p:nvPr/>
          </p:nvSpPr>
          <p:spPr>
            <a:xfrm>
              <a:off x="16484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" name="_k483">
              <a:extLst>
                <a:ext uri="{FF2B5EF4-FFF2-40B4-BE49-F238E27FC236}">
                  <a16:creationId xmlns:a16="http://schemas.microsoft.com/office/drawing/2014/main" id="{AC5A6911-AAEF-4160-AD13-16EB6DA815B1}"/>
                </a:ext>
              </a:extLst>
            </p:cNvPr>
            <p:cNvSpPr/>
            <p:nvPr/>
          </p:nvSpPr>
          <p:spPr>
            <a:xfrm>
              <a:off x="18745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" name="_k484">
              <a:extLst>
                <a:ext uri="{FF2B5EF4-FFF2-40B4-BE49-F238E27FC236}">
                  <a16:creationId xmlns:a16="http://schemas.microsoft.com/office/drawing/2014/main" id="{AC24F109-DA2E-41CC-8E35-124EAD749443}"/>
                </a:ext>
              </a:extLst>
            </p:cNvPr>
            <p:cNvSpPr/>
            <p:nvPr/>
          </p:nvSpPr>
          <p:spPr>
            <a:xfrm>
              <a:off x="21005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" name="_k485">
              <a:extLst>
                <a:ext uri="{FF2B5EF4-FFF2-40B4-BE49-F238E27FC236}">
                  <a16:creationId xmlns:a16="http://schemas.microsoft.com/office/drawing/2014/main" id="{29F3B63F-F76D-4DF1-80E8-B7DB9109366B}"/>
                </a:ext>
              </a:extLst>
            </p:cNvPr>
            <p:cNvSpPr/>
            <p:nvPr/>
          </p:nvSpPr>
          <p:spPr>
            <a:xfrm>
              <a:off x="23266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" name="_k486">
              <a:extLst>
                <a:ext uri="{FF2B5EF4-FFF2-40B4-BE49-F238E27FC236}">
                  <a16:creationId xmlns:a16="http://schemas.microsoft.com/office/drawing/2014/main" id="{3E6F92CB-8E74-4000-8900-67615EC313F1}"/>
                </a:ext>
              </a:extLst>
            </p:cNvPr>
            <p:cNvSpPr/>
            <p:nvPr/>
          </p:nvSpPr>
          <p:spPr>
            <a:xfrm>
              <a:off x="25527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" name="_k487">
              <a:extLst>
                <a:ext uri="{FF2B5EF4-FFF2-40B4-BE49-F238E27FC236}">
                  <a16:creationId xmlns:a16="http://schemas.microsoft.com/office/drawing/2014/main" id="{2AF2AB21-4CC3-4EFB-BF85-C8AFD33A421D}"/>
                </a:ext>
              </a:extLst>
            </p:cNvPr>
            <p:cNvSpPr/>
            <p:nvPr/>
          </p:nvSpPr>
          <p:spPr>
            <a:xfrm>
              <a:off x="27787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" name="_k488">
              <a:extLst>
                <a:ext uri="{FF2B5EF4-FFF2-40B4-BE49-F238E27FC236}">
                  <a16:creationId xmlns:a16="http://schemas.microsoft.com/office/drawing/2014/main" id="{AF685E80-A22F-4DD8-99FB-1D1948BBE620}"/>
                </a:ext>
              </a:extLst>
            </p:cNvPr>
            <p:cNvSpPr/>
            <p:nvPr/>
          </p:nvSpPr>
          <p:spPr>
            <a:xfrm>
              <a:off x="30048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" name="_k489">
              <a:extLst>
                <a:ext uri="{FF2B5EF4-FFF2-40B4-BE49-F238E27FC236}">
                  <a16:creationId xmlns:a16="http://schemas.microsoft.com/office/drawing/2014/main" id="{5661B65B-0274-4950-A375-145D98D8AFFA}"/>
                </a:ext>
              </a:extLst>
            </p:cNvPr>
            <p:cNvSpPr/>
            <p:nvPr/>
          </p:nvSpPr>
          <p:spPr>
            <a:xfrm>
              <a:off x="32308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" name="_k490">
              <a:extLst>
                <a:ext uri="{FF2B5EF4-FFF2-40B4-BE49-F238E27FC236}">
                  <a16:creationId xmlns:a16="http://schemas.microsoft.com/office/drawing/2014/main" id="{A8E9CE7D-7174-4A5A-8A08-A8C25553589E}"/>
                </a:ext>
              </a:extLst>
            </p:cNvPr>
            <p:cNvSpPr/>
            <p:nvPr/>
          </p:nvSpPr>
          <p:spPr>
            <a:xfrm>
              <a:off x="34569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" name="_k491">
              <a:extLst>
                <a:ext uri="{FF2B5EF4-FFF2-40B4-BE49-F238E27FC236}">
                  <a16:creationId xmlns:a16="http://schemas.microsoft.com/office/drawing/2014/main" id="{BEF6FA90-5689-45BA-AC90-61CABC6D917C}"/>
                </a:ext>
              </a:extLst>
            </p:cNvPr>
            <p:cNvSpPr/>
            <p:nvPr/>
          </p:nvSpPr>
          <p:spPr>
            <a:xfrm>
              <a:off x="36830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" name="_k492">
              <a:extLst>
                <a:ext uri="{FF2B5EF4-FFF2-40B4-BE49-F238E27FC236}">
                  <a16:creationId xmlns:a16="http://schemas.microsoft.com/office/drawing/2014/main" id="{8D2B94CF-823F-4447-8CF9-01575D6EB99C}"/>
                </a:ext>
              </a:extLst>
            </p:cNvPr>
            <p:cNvSpPr/>
            <p:nvPr/>
          </p:nvSpPr>
          <p:spPr>
            <a:xfrm>
              <a:off x="39090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" name="_k493">
              <a:extLst>
                <a:ext uri="{FF2B5EF4-FFF2-40B4-BE49-F238E27FC236}">
                  <a16:creationId xmlns:a16="http://schemas.microsoft.com/office/drawing/2014/main" id="{60A6B107-277E-4C6D-BE78-9EE5F0548001}"/>
                </a:ext>
              </a:extLst>
            </p:cNvPr>
            <p:cNvSpPr/>
            <p:nvPr/>
          </p:nvSpPr>
          <p:spPr>
            <a:xfrm>
              <a:off x="41351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" name="_k494">
              <a:extLst>
                <a:ext uri="{FF2B5EF4-FFF2-40B4-BE49-F238E27FC236}">
                  <a16:creationId xmlns:a16="http://schemas.microsoft.com/office/drawing/2014/main" id="{26BDCFC5-70C0-4D95-9233-0359F5EEAF7E}"/>
                </a:ext>
              </a:extLst>
            </p:cNvPr>
            <p:cNvSpPr/>
            <p:nvPr/>
          </p:nvSpPr>
          <p:spPr>
            <a:xfrm>
              <a:off x="43611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" name="_k495">
              <a:extLst>
                <a:ext uri="{FF2B5EF4-FFF2-40B4-BE49-F238E27FC236}">
                  <a16:creationId xmlns:a16="http://schemas.microsoft.com/office/drawing/2014/main" id="{79A6C629-1859-4B04-AE32-011F60BD6A0D}"/>
                </a:ext>
              </a:extLst>
            </p:cNvPr>
            <p:cNvSpPr/>
            <p:nvPr/>
          </p:nvSpPr>
          <p:spPr>
            <a:xfrm>
              <a:off x="45872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" name="_k496">
              <a:extLst>
                <a:ext uri="{FF2B5EF4-FFF2-40B4-BE49-F238E27FC236}">
                  <a16:creationId xmlns:a16="http://schemas.microsoft.com/office/drawing/2014/main" id="{24CA5AF0-B842-4730-A821-E1D27C0FD431}"/>
                </a:ext>
              </a:extLst>
            </p:cNvPr>
            <p:cNvSpPr/>
            <p:nvPr/>
          </p:nvSpPr>
          <p:spPr>
            <a:xfrm>
              <a:off x="48133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" name="_k497">
              <a:extLst>
                <a:ext uri="{FF2B5EF4-FFF2-40B4-BE49-F238E27FC236}">
                  <a16:creationId xmlns:a16="http://schemas.microsoft.com/office/drawing/2014/main" id="{EB9094ED-FAFE-45C9-9ED8-7A080B3DD451}"/>
                </a:ext>
              </a:extLst>
            </p:cNvPr>
            <p:cNvSpPr/>
            <p:nvPr/>
          </p:nvSpPr>
          <p:spPr>
            <a:xfrm>
              <a:off x="50393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" name="_k498">
              <a:extLst>
                <a:ext uri="{FF2B5EF4-FFF2-40B4-BE49-F238E27FC236}">
                  <a16:creationId xmlns:a16="http://schemas.microsoft.com/office/drawing/2014/main" id="{5138FB7F-9C29-4C6D-99CD-58D98D0868D7}"/>
                </a:ext>
              </a:extLst>
            </p:cNvPr>
            <p:cNvSpPr/>
            <p:nvPr/>
          </p:nvSpPr>
          <p:spPr>
            <a:xfrm>
              <a:off x="52654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" name="_k499">
              <a:extLst>
                <a:ext uri="{FF2B5EF4-FFF2-40B4-BE49-F238E27FC236}">
                  <a16:creationId xmlns:a16="http://schemas.microsoft.com/office/drawing/2014/main" id="{1549E09A-9B1D-444D-8ED9-31D29E1B9B9A}"/>
                </a:ext>
              </a:extLst>
            </p:cNvPr>
            <p:cNvSpPr/>
            <p:nvPr/>
          </p:nvSpPr>
          <p:spPr>
            <a:xfrm>
              <a:off x="54914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" name="_k500">
              <a:extLst>
                <a:ext uri="{FF2B5EF4-FFF2-40B4-BE49-F238E27FC236}">
                  <a16:creationId xmlns:a16="http://schemas.microsoft.com/office/drawing/2014/main" id="{9683621E-7079-4866-B037-7C48DFE334F0}"/>
                </a:ext>
              </a:extLst>
            </p:cNvPr>
            <p:cNvSpPr/>
            <p:nvPr/>
          </p:nvSpPr>
          <p:spPr>
            <a:xfrm>
              <a:off x="57175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" name="_k501">
              <a:extLst>
                <a:ext uri="{FF2B5EF4-FFF2-40B4-BE49-F238E27FC236}">
                  <a16:creationId xmlns:a16="http://schemas.microsoft.com/office/drawing/2014/main" id="{A7F02613-A34B-4924-A786-FDAFD8631ABA}"/>
                </a:ext>
              </a:extLst>
            </p:cNvPr>
            <p:cNvSpPr/>
            <p:nvPr/>
          </p:nvSpPr>
          <p:spPr>
            <a:xfrm>
              <a:off x="59436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" name="_k502">
              <a:extLst>
                <a:ext uri="{FF2B5EF4-FFF2-40B4-BE49-F238E27FC236}">
                  <a16:creationId xmlns:a16="http://schemas.microsoft.com/office/drawing/2014/main" id="{60478837-841F-4D76-90B7-6C8DFB51E321}"/>
                </a:ext>
              </a:extLst>
            </p:cNvPr>
            <p:cNvSpPr/>
            <p:nvPr/>
          </p:nvSpPr>
          <p:spPr>
            <a:xfrm>
              <a:off x="61696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" name="_k503">
              <a:extLst>
                <a:ext uri="{FF2B5EF4-FFF2-40B4-BE49-F238E27FC236}">
                  <a16:creationId xmlns:a16="http://schemas.microsoft.com/office/drawing/2014/main" id="{EFAACF95-9DDD-48EA-9F82-F0B066EF7E34}"/>
                </a:ext>
              </a:extLst>
            </p:cNvPr>
            <p:cNvSpPr/>
            <p:nvPr/>
          </p:nvSpPr>
          <p:spPr>
            <a:xfrm>
              <a:off x="63957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" name="_k504">
              <a:extLst>
                <a:ext uri="{FF2B5EF4-FFF2-40B4-BE49-F238E27FC236}">
                  <a16:creationId xmlns:a16="http://schemas.microsoft.com/office/drawing/2014/main" id="{A67D4288-C217-422B-8DD0-46E982F8BDCF}"/>
                </a:ext>
              </a:extLst>
            </p:cNvPr>
            <p:cNvSpPr/>
            <p:nvPr/>
          </p:nvSpPr>
          <p:spPr>
            <a:xfrm>
              <a:off x="66217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" name="_k505">
              <a:extLst>
                <a:ext uri="{FF2B5EF4-FFF2-40B4-BE49-F238E27FC236}">
                  <a16:creationId xmlns:a16="http://schemas.microsoft.com/office/drawing/2014/main" id="{7A4BBC47-C088-448B-8CCD-CA7DEFFE13FA}"/>
                </a:ext>
              </a:extLst>
            </p:cNvPr>
            <p:cNvSpPr/>
            <p:nvPr/>
          </p:nvSpPr>
          <p:spPr>
            <a:xfrm>
              <a:off x="68478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" name="_k506">
              <a:extLst>
                <a:ext uri="{FF2B5EF4-FFF2-40B4-BE49-F238E27FC236}">
                  <a16:creationId xmlns:a16="http://schemas.microsoft.com/office/drawing/2014/main" id="{341C6CC2-9E5F-4492-9197-E027DE71B7FB}"/>
                </a:ext>
              </a:extLst>
            </p:cNvPr>
            <p:cNvSpPr/>
            <p:nvPr/>
          </p:nvSpPr>
          <p:spPr>
            <a:xfrm>
              <a:off x="707390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" name="_k507">
              <a:extLst>
                <a:ext uri="{FF2B5EF4-FFF2-40B4-BE49-F238E27FC236}">
                  <a16:creationId xmlns:a16="http://schemas.microsoft.com/office/drawing/2014/main" id="{FADAB11E-023E-46FE-A602-107815EE9473}"/>
                </a:ext>
              </a:extLst>
            </p:cNvPr>
            <p:cNvSpPr/>
            <p:nvPr/>
          </p:nvSpPr>
          <p:spPr>
            <a:xfrm>
              <a:off x="729996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" name="_k508">
              <a:extLst>
                <a:ext uri="{FF2B5EF4-FFF2-40B4-BE49-F238E27FC236}">
                  <a16:creationId xmlns:a16="http://schemas.microsoft.com/office/drawing/2014/main" id="{6E51F9CF-FDE9-4A98-8692-59CF4189DBDD}"/>
                </a:ext>
              </a:extLst>
            </p:cNvPr>
            <p:cNvSpPr/>
            <p:nvPr/>
          </p:nvSpPr>
          <p:spPr>
            <a:xfrm>
              <a:off x="752602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" name="_k509">
              <a:extLst>
                <a:ext uri="{FF2B5EF4-FFF2-40B4-BE49-F238E27FC236}">
                  <a16:creationId xmlns:a16="http://schemas.microsoft.com/office/drawing/2014/main" id="{A31C6EC0-E135-42CD-8F83-3D94A835220E}"/>
                </a:ext>
              </a:extLst>
            </p:cNvPr>
            <p:cNvSpPr/>
            <p:nvPr/>
          </p:nvSpPr>
          <p:spPr>
            <a:xfrm>
              <a:off x="775208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" name="_k510">
              <a:extLst>
                <a:ext uri="{FF2B5EF4-FFF2-40B4-BE49-F238E27FC236}">
                  <a16:creationId xmlns:a16="http://schemas.microsoft.com/office/drawing/2014/main" id="{7AB23A1F-FFA1-4F42-A1B0-86EECEC5C260}"/>
                </a:ext>
              </a:extLst>
            </p:cNvPr>
            <p:cNvSpPr/>
            <p:nvPr/>
          </p:nvSpPr>
          <p:spPr>
            <a:xfrm>
              <a:off x="7978140" y="564388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86" name="!!m28_row17">
            <a:extLst>
              <a:ext uri="{FF2B5EF4-FFF2-40B4-BE49-F238E27FC236}">
                <a16:creationId xmlns:a16="http://schemas.microsoft.com/office/drawing/2014/main" id="{59BAE355-0189-4EDD-A420-879F072DB631}"/>
              </a:ext>
            </a:extLst>
          </p:cNvPr>
          <p:cNvGrpSpPr/>
          <p:nvPr/>
        </p:nvGrpSpPr>
        <p:grpSpPr>
          <a:xfrm>
            <a:off x="1422400" y="5826760"/>
            <a:ext cx="6682740" cy="127000"/>
            <a:chOff x="1422400" y="5826760"/>
            <a:chExt cx="6682740" cy="127000"/>
          </a:xfrm>
        </p:grpSpPr>
        <p:sp>
          <p:nvSpPr>
            <p:cNvPr id="556" name="_k511">
              <a:extLst>
                <a:ext uri="{FF2B5EF4-FFF2-40B4-BE49-F238E27FC236}">
                  <a16:creationId xmlns:a16="http://schemas.microsoft.com/office/drawing/2014/main" id="{C41DA380-FBC3-4F14-87FA-E9904E1F5EFE}"/>
                </a:ext>
              </a:extLst>
            </p:cNvPr>
            <p:cNvSpPr/>
            <p:nvPr/>
          </p:nvSpPr>
          <p:spPr>
            <a:xfrm>
              <a:off x="14224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" name="_k512">
              <a:extLst>
                <a:ext uri="{FF2B5EF4-FFF2-40B4-BE49-F238E27FC236}">
                  <a16:creationId xmlns:a16="http://schemas.microsoft.com/office/drawing/2014/main" id="{21C8E099-CE52-4F11-B2F5-C8E624D00A31}"/>
                </a:ext>
              </a:extLst>
            </p:cNvPr>
            <p:cNvSpPr/>
            <p:nvPr/>
          </p:nvSpPr>
          <p:spPr>
            <a:xfrm>
              <a:off x="16484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" name="_k513">
              <a:extLst>
                <a:ext uri="{FF2B5EF4-FFF2-40B4-BE49-F238E27FC236}">
                  <a16:creationId xmlns:a16="http://schemas.microsoft.com/office/drawing/2014/main" id="{9F8452B2-0975-4164-AEE2-05791A72B180}"/>
                </a:ext>
              </a:extLst>
            </p:cNvPr>
            <p:cNvSpPr/>
            <p:nvPr/>
          </p:nvSpPr>
          <p:spPr>
            <a:xfrm>
              <a:off x="18745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" name="_k514">
              <a:extLst>
                <a:ext uri="{FF2B5EF4-FFF2-40B4-BE49-F238E27FC236}">
                  <a16:creationId xmlns:a16="http://schemas.microsoft.com/office/drawing/2014/main" id="{6440184D-8B5E-4202-A80A-F97538D87B46}"/>
                </a:ext>
              </a:extLst>
            </p:cNvPr>
            <p:cNvSpPr/>
            <p:nvPr/>
          </p:nvSpPr>
          <p:spPr>
            <a:xfrm>
              <a:off x="21005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" name="_k515">
              <a:extLst>
                <a:ext uri="{FF2B5EF4-FFF2-40B4-BE49-F238E27FC236}">
                  <a16:creationId xmlns:a16="http://schemas.microsoft.com/office/drawing/2014/main" id="{895F4D75-0029-4E83-A5CD-BD5CDEF0097A}"/>
                </a:ext>
              </a:extLst>
            </p:cNvPr>
            <p:cNvSpPr/>
            <p:nvPr/>
          </p:nvSpPr>
          <p:spPr>
            <a:xfrm>
              <a:off x="23266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" name="_k516">
              <a:extLst>
                <a:ext uri="{FF2B5EF4-FFF2-40B4-BE49-F238E27FC236}">
                  <a16:creationId xmlns:a16="http://schemas.microsoft.com/office/drawing/2014/main" id="{0C444D91-7F6B-4372-86A1-4E71330E6D45}"/>
                </a:ext>
              </a:extLst>
            </p:cNvPr>
            <p:cNvSpPr/>
            <p:nvPr/>
          </p:nvSpPr>
          <p:spPr>
            <a:xfrm>
              <a:off x="25527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" name="_k517">
              <a:extLst>
                <a:ext uri="{FF2B5EF4-FFF2-40B4-BE49-F238E27FC236}">
                  <a16:creationId xmlns:a16="http://schemas.microsoft.com/office/drawing/2014/main" id="{8D29BE64-C23E-4E30-95BB-1CC6481C715F}"/>
                </a:ext>
              </a:extLst>
            </p:cNvPr>
            <p:cNvSpPr/>
            <p:nvPr/>
          </p:nvSpPr>
          <p:spPr>
            <a:xfrm>
              <a:off x="27787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" name="_k518">
              <a:extLst>
                <a:ext uri="{FF2B5EF4-FFF2-40B4-BE49-F238E27FC236}">
                  <a16:creationId xmlns:a16="http://schemas.microsoft.com/office/drawing/2014/main" id="{A57F6751-22BD-4C2A-A87C-845086EF5803}"/>
                </a:ext>
              </a:extLst>
            </p:cNvPr>
            <p:cNvSpPr/>
            <p:nvPr/>
          </p:nvSpPr>
          <p:spPr>
            <a:xfrm>
              <a:off x="30048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" name="_k519">
              <a:extLst>
                <a:ext uri="{FF2B5EF4-FFF2-40B4-BE49-F238E27FC236}">
                  <a16:creationId xmlns:a16="http://schemas.microsoft.com/office/drawing/2014/main" id="{F4C71945-BFDB-4AF2-B3D2-5BDE1A9765A4}"/>
                </a:ext>
              </a:extLst>
            </p:cNvPr>
            <p:cNvSpPr/>
            <p:nvPr/>
          </p:nvSpPr>
          <p:spPr>
            <a:xfrm>
              <a:off x="32308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" name="_k520">
              <a:extLst>
                <a:ext uri="{FF2B5EF4-FFF2-40B4-BE49-F238E27FC236}">
                  <a16:creationId xmlns:a16="http://schemas.microsoft.com/office/drawing/2014/main" id="{C79C937D-1944-48F8-A6A5-ABC20DA5F70C}"/>
                </a:ext>
              </a:extLst>
            </p:cNvPr>
            <p:cNvSpPr/>
            <p:nvPr/>
          </p:nvSpPr>
          <p:spPr>
            <a:xfrm>
              <a:off x="34569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" name="_k521">
              <a:extLst>
                <a:ext uri="{FF2B5EF4-FFF2-40B4-BE49-F238E27FC236}">
                  <a16:creationId xmlns:a16="http://schemas.microsoft.com/office/drawing/2014/main" id="{445B7521-0548-4381-8303-C5E4105C1B79}"/>
                </a:ext>
              </a:extLst>
            </p:cNvPr>
            <p:cNvSpPr/>
            <p:nvPr/>
          </p:nvSpPr>
          <p:spPr>
            <a:xfrm>
              <a:off x="36830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" name="_k522">
              <a:extLst>
                <a:ext uri="{FF2B5EF4-FFF2-40B4-BE49-F238E27FC236}">
                  <a16:creationId xmlns:a16="http://schemas.microsoft.com/office/drawing/2014/main" id="{5B35DF2B-BBE1-44D6-8A8C-336A45F0B6AF}"/>
                </a:ext>
              </a:extLst>
            </p:cNvPr>
            <p:cNvSpPr/>
            <p:nvPr/>
          </p:nvSpPr>
          <p:spPr>
            <a:xfrm>
              <a:off x="39090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" name="_k523">
              <a:extLst>
                <a:ext uri="{FF2B5EF4-FFF2-40B4-BE49-F238E27FC236}">
                  <a16:creationId xmlns:a16="http://schemas.microsoft.com/office/drawing/2014/main" id="{0A472F4B-342F-4585-95B4-CB5C7B23E8A1}"/>
                </a:ext>
              </a:extLst>
            </p:cNvPr>
            <p:cNvSpPr/>
            <p:nvPr/>
          </p:nvSpPr>
          <p:spPr>
            <a:xfrm>
              <a:off x="41351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" name="_k524">
              <a:extLst>
                <a:ext uri="{FF2B5EF4-FFF2-40B4-BE49-F238E27FC236}">
                  <a16:creationId xmlns:a16="http://schemas.microsoft.com/office/drawing/2014/main" id="{B0D671F5-11CD-41A4-A8B0-7EF48A49F2AE}"/>
                </a:ext>
              </a:extLst>
            </p:cNvPr>
            <p:cNvSpPr/>
            <p:nvPr/>
          </p:nvSpPr>
          <p:spPr>
            <a:xfrm>
              <a:off x="43611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" name="_k525">
              <a:extLst>
                <a:ext uri="{FF2B5EF4-FFF2-40B4-BE49-F238E27FC236}">
                  <a16:creationId xmlns:a16="http://schemas.microsoft.com/office/drawing/2014/main" id="{98F03C6E-CA45-4A98-998D-B08D6ABF9674}"/>
                </a:ext>
              </a:extLst>
            </p:cNvPr>
            <p:cNvSpPr/>
            <p:nvPr/>
          </p:nvSpPr>
          <p:spPr>
            <a:xfrm>
              <a:off x="45872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" name="_k526">
              <a:extLst>
                <a:ext uri="{FF2B5EF4-FFF2-40B4-BE49-F238E27FC236}">
                  <a16:creationId xmlns:a16="http://schemas.microsoft.com/office/drawing/2014/main" id="{BA812065-2A64-4428-B59A-1BD8E5CC0599}"/>
                </a:ext>
              </a:extLst>
            </p:cNvPr>
            <p:cNvSpPr/>
            <p:nvPr/>
          </p:nvSpPr>
          <p:spPr>
            <a:xfrm>
              <a:off x="48133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" name="_k527">
              <a:extLst>
                <a:ext uri="{FF2B5EF4-FFF2-40B4-BE49-F238E27FC236}">
                  <a16:creationId xmlns:a16="http://schemas.microsoft.com/office/drawing/2014/main" id="{82326DC7-9BF2-48AA-BD74-620F8AF703F0}"/>
                </a:ext>
              </a:extLst>
            </p:cNvPr>
            <p:cNvSpPr/>
            <p:nvPr/>
          </p:nvSpPr>
          <p:spPr>
            <a:xfrm>
              <a:off x="50393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" name="_k528">
              <a:extLst>
                <a:ext uri="{FF2B5EF4-FFF2-40B4-BE49-F238E27FC236}">
                  <a16:creationId xmlns:a16="http://schemas.microsoft.com/office/drawing/2014/main" id="{09726853-E717-477D-9DD0-E3E4D8256904}"/>
                </a:ext>
              </a:extLst>
            </p:cNvPr>
            <p:cNvSpPr/>
            <p:nvPr/>
          </p:nvSpPr>
          <p:spPr>
            <a:xfrm>
              <a:off x="52654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" name="_k529">
              <a:extLst>
                <a:ext uri="{FF2B5EF4-FFF2-40B4-BE49-F238E27FC236}">
                  <a16:creationId xmlns:a16="http://schemas.microsoft.com/office/drawing/2014/main" id="{C514DA24-15B2-492F-AAC6-9A18655621D4}"/>
                </a:ext>
              </a:extLst>
            </p:cNvPr>
            <p:cNvSpPr/>
            <p:nvPr/>
          </p:nvSpPr>
          <p:spPr>
            <a:xfrm>
              <a:off x="54914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" name="_k530">
              <a:extLst>
                <a:ext uri="{FF2B5EF4-FFF2-40B4-BE49-F238E27FC236}">
                  <a16:creationId xmlns:a16="http://schemas.microsoft.com/office/drawing/2014/main" id="{5678F00C-9F2F-4539-B3E7-FC5FED1C4404}"/>
                </a:ext>
              </a:extLst>
            </p:cNvPr>
            <p:cNvSpPr/>
            <p:nvPr/>
          </p:nvSpPr>
          <p:spPr>
            <a:xfrm>
              <a:off x="57175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" name="_k531">
              <a:extLst>
                <a:ext uri="{FF2B5EF4-FFF2-40B4-BE49-F238E27FC236}">
                  <a16:creationId xmlns:a16="http://schemas.microsoft.com/office/drawing/2014/main" id="{D6FF77A3-307D-4881-B8A0-B224F8FDE2E5}"/>
                </a:ext>
              </a:extLst>
            </p:cNvPr>
            <p:cNvSpPr/>
            <p:nvPr/>
          </p:nvSpPr>
          <p:spPr>
            <a:xfrm>
              <a:off x="59436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" name="_k532">
              <a:extLst>
                <a:ext uri="{FF2B5EF4-FFF2-40B4-BE49-F238E27FC236}">
                  <a16:creationId xmlns:a16="http://schemas.microsoft.com/office/drawing/2014/main" id="{D50E6996-246C-4E69-BCFD-A87D021B2A7A}"/>
                </a:ext>
              </a:extLst>
            </p:cNvPr>
            <p:cNvSpPr/>
            <p:nvPr/>
          </p:nvSpPr>
          <p:spPr>
            <a:xfrm>
              <a:off x="61696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" name="_k533">
              <a:extLst>
                <a:ext uri="{FF2B5EF4-FFF2-40B4-BE49-F238E27FC236}">
                  <a16:creationId xmlns:a16="http://schemas.microsoft.com/office/drawing/2014/main" id="{39A2AC57-B6A8-4FBE-8122-899FC5EF7901}"/>
                </a:ext>
              </a:extLst>
            </p:cNvPr>
            <p:cNvSpPr/>
            <p:nvPr/>
          </p:nvSpPr>
          <p:spPr>
            <a:xfrm>
              <a:off x="63957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" name="_k534">
              <a:extLst>
                <a:ext uri="{FF2B5EF4-FFF2-40B4-BE49-F238E27FC236}">
                  <a16:creationId xmlns:a16="http://schemas.microsoft.com/office/drawing/2014/main" id="{16A9CEF1-159E-4742-8A80-914D14C99351}"/>
                </a:ext>
              </a:extLst>
            </p:cNvPr>
            <p:cNvSpPr/>
            <p:nvPr/>
          </p:nvSpPr>
          <p:spPr>
            <a:xfrm>
              <a:off x="66217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" name="_k535">
              <a:extLst>
                <a:ext uri="{FF2B5EF4-FFF2-40B4-BE49-F238E27FC236}">
                  <a16:creationId xmlns:a16="http://schemas.microsoft.com/office/drawing/2014/main" id="{D7EF814C-1C8C-4B08-AD63-B5BCE732B77E}"/>
                </a:ext>
              </a:extLst>
            </p:cNvPr>
            <p:cNvSpPr/>
            <p:nvPr/>
          </p:nvSpPr>
          <p:spPr>
            <a:xfrm>
              <a:off x="68478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" name="_k536">
              <a:extLst>
                <a:ext uri="{FF2B5EF4-FFF2-40B4-BE49-F238E27FC236}">
                  <a16:creationId xmlns:a16="http://schemas.microsoft.com/office/drawing/2014/main" id="{BCDC333D-2AC2-4B9C-A81C-D32047690A83}"/>
                </a:ext>
              </a:extLst>
            </p:cNvPr>
            <p:cNvSpPr/>
            <p:nvPr/>
          </p:nvSpPr>
          <p:spPr>
            <a:xfrm>
              <a:off x="707390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" name="_k537">
              <a:extLst>
                <a:ext uri="{FF2B5EF4-FFF2-40B4-BE49-F238E27FC236}">
                  <a16:creationId xmlns:a16="http://schemas.microsoft.com/office/drawing/2014/main" id="{D1BF53ED-BD92-4013-8B9A-A39F55956F4A}"/>
                </a:ext>
              </a:extLst>
            </p:cNvPr>
            <p:cNvSpPr/>
            <p:nvPr/>
          </p:nvSpPr>
          <p:spPr>
            <a:xfrm>
              <a:off x="729996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" name="_k538">
              <a:extLst>
                <a:ext uri="{FF2B5EF4-FFF2-40B4-BE49-F238E27FC236}">
                  <a16:creationId xmlns:a16="http://schemas.microsoft.com/office/drawing/2014/main" id="{FB83F4A8-4263-472B-9CA5-748403220A2A}"/>
                </a:ext>
              </a:extLst>
            </p:cNvPr>
            <p:cNvSpPr/>
            <p:nvPr/>
          </p:nvSpPr>
          <p:spPr>
            <a:xfrm>
              <a:off x="752602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" name="_k539">
              <a:extLst>
                <a:ext uri="{FF2B5EF4-FFF2-40B4-BE49-F238E27FC236}">
                  <a16:creationId xmlns:a16="http://schemas.microsoft.com/office/drawing/2014/main" id="{AA8F650B-1408-4178-AB4F-18BC55C92585}"/>
                </a:ext>
              </a:extLst>
            </p:cNvPr>
            <p:cNvSpPr/>
            <p:nvPr/>
          </p:nvSpPr>
          <p:spPr>
            <a:xfrm>
              <a:off x="775208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" name="_k540">
              <a:extLst>
                <a:ext uri="{FF2B5EF4-FFF2-40B4-BE49-F238E27FC236}">
                  <a16:creationId xmlns:a16="http://schemas.microsoft.com/office/drawing/2014/main" id="{F9F2FB4A-D0CB-49F9-9F2E-5210559C4EB6}"/>
                </a:ext>
              </a:extLst>
            </p:cNvPr>
            <p:cNvSpPr/>
            <p:nvPr/>
          </p:nvSpPr>
          <p:spPr>
            <a:xfrm>
              <a:off x="7978140" y="5826760"/>
              <a:ext cx="127000" cy="127000"/>
            </a:xfrm>
            <a:prstGeom prst="ellipse">
              <a:avLst/>
            </a:prstGeom>
            <a:solidFill>
              <a:srgbClr val="F4B18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7" name="!!m28_dot">
            <a:extLst>
              <a:ext uri="{FF2B5EF4-FFF2-40B4-BE49-F238E27FC236}">
                <a16:creationId xmlns:a16="http://schemas.microsoft.com/office/drawing/2014/main" id="{FCC95B56-FBBA-4179-B23E-51C80D408A9C}"/>
              </a:ext>
            </a:extLst>
          </p:cNvPr>
          <p:cNvSpPr/>
          <p:nvPr/>
        </p:nvSpPr>
        <p:spPr>
          <a:xfrm>
            <a:off x="14097000" y="4229100"/>
            <a:ext cx="127000" cy="127000"/>
          </a:xfrm>
          <a:prstGeom prst="ellipse">
            <a:avLst/>
          </a:prstGeom>
          <a:solidFill>
            <a:srgbClr val="3565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8" name="!!m28_ring">
            <a:extLst>
              <a:ext uri="{FF2B5EF4-FFF2-40B4-BE49-F238E27FC236}">
                <a16:creationId xmlns:a16="http://schemas.microsoft.com/office/drawing/2014/main" id="{376E9C2C-B57A-4EB5-A5ED-504C6CC5DDAE}"/>
              </a:ext>
            </a:extLst>
          </p:cNvPr>
          <p:cNvSpPr/>
          <p:nvPr/>
        </p:nvSpPr>
        <p:spPr>
          <a:xfrm>
            <a:off x="13779500" y="3911600"/>
            <a:ext cx="762000" cy="762000"/>
          </a:xfrm>
          <a:prstGeom prst="ellipse">
            <a:avLst/>
          </a:prstGeom>
          <a:noFill/>
          <a:ln w="31750" cap="flat" cmpd="sng" algn="ctr">
            <a:solidFill>
              <a:srgbClr val="3565D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0" name="!!m28_times">
            <a:extLst>
              <a:ext uri="{FF2B5EF4-FFF2-40B4-BE49-F238E27FC236}">
                <a16:creationId xmlns:a16="http://schemas.microsoft.com/office/drawing/2014/main" id="{B97420BF-83D1-4354-B1D2-BD8875798C02}"/>
              </a:ext>
            </a:extLst>
          </p:cNvPr>
          <p:cNvSpPr txBox="1"/>
          <p:nvPr/>
        </p:nvSpPr>
        <p:spPr>
          <a:xfrm>
            <a:off x="8255000" y="3918506"/>
            <a:ext cx="3048000" cy="80021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5200" dirty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약 </a:t>
            </a:r>
            <a:r>
              <a:rPr lang="en-US" altLang="ko-KR" sz="5200" dirty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540</a:t>
            </a:r>
            <a:r>
              <a:rPr lang="ko-KR" altLang="en-US" sz="5200" dirty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배</a:t>
            </a:r>
          </a:p>
        </p:txBody>
      </p:sp>
      <p:sp>
        <p:nvSpPr>
          <p:cNvPr id="591" name="!!m28_score">
            <a:extLst>
              <a:ext uri="{FF2B5EF4-FFF2-40B4-BE49-F238E27FC236}">
                <a16:creationId xmlns:a16="http://schemas.microsoft.com/office/drawing/2014/main" id="{C22546DA-985D-48D4-9E08-5DB8DC943239}"/>
              </a:ext>
            </a:extLst>
          </p:cNvPr>
          <p:cNvSpPr txBox="1"/>
          <p:nvPr/>
        </p:nvSpPr>
        <p:spPr>
          <a:xfrm>
            <a:off x="914400" y="7075908"/>
            <a:ext cx="1143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성적</a:t>
            </a:r>
          </a:p>
        </p:txBody>
      </p:sp>
      <p:sp>
        <p:nvSpPr>
          <p:cNvPr id="592" name="!!m28_row_c">
            <a:extLst>
              <a:ext uri="{FF2B5EF4-FFF2-40B4-BE49-F238E27FC236}">
                <a16:creationId xmlns:a16="http://schemas.microsoft.com/office/drawing/2014/main" id="{12B4A564-CC93-4496-8BCA-10F8A44F9370}"/>
              </a:ext>
            </a:extLst>
          </p:cNvPr>
          <p:cNvSpPr txBox="1"/>
          <p:nvPr/>
        </p:nvSpPr>
        <p:spPr>
          <a:xfrm>
            <a:off x="2159000" y="6682208"/>
            <a:ext cx="195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en-US" altLang="ko-KR" sz="3000">
                <a:solidFill>
                  <a:srgbClr val="F4B18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Chronos</a:t>
            </a:r>
            <a:endParaRPr lang="ko-KR" altLang="en-US" sz="3000">
              <a:solidFill>
                <a:srgbClr val="F4B183"/>
              </a:solidFill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593" name="!!m28_row_g">
            <a:extLst>
              <a:ext uri="{FF2B5EF4-FFF2-40B4-BE49-F238E27FC236}">
                <a16:creationId xmlns:a16="http://schemas.microsoft.com/office/drawing/2014/main" id="{7563F9D5-C167-40FA-8663-D807D2EFC7E6}"/>
              </a:ext>
            </a:extLst>
          </p:cNvPr>
          <p:cNvSpPr txBox="1"/>
          <p:nvPr/>
        </p:nvSpPr>
        <p:spPr>
          <a:xfrm>
            <a:off x="2159000" y="7444208"/>
            <a:ext cx="195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r"/>
            <a:r>
              <a:rPr lang="ko-KR" altLang="en-US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우리 </a:t>
            </a:r>
            <a:r>
              <a:rPr lang="en-US" altLang="ko-KR" sz="300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GRU</a:t>
            </a:r>
            <a:endParaRPr lang="ko-KR" altLang="en-US" sz="3000">
              <a:solidFill>
                <a:srgbClr val="3565D8"/>
              </a:solidFill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594" name="!!m28_bar_c">
            <a:extLst>
              <a:ext uri="{FF2B5EF4-FFF2-40B4-BE49-F238E27FC236}">
                <a16:creationId xmlns:a16="http://schemas.microsoft.com/office/drawing/2014/main" id="{6EC4664A-8970-4727-9708-6CA7393482CC}"/>
              </a:ext>
            </a:extLst>
          </p:cNvPr>
          <p:cNvSpPr/>
          <p:nvPr/>
        </p:nvSpPr>
        <p:spPr>
          <a:xfrm>
            <a:off x="4318000" y="6850741"/>
            <a:ext cx="8890000" cy="381000"/>
          </a:xfrm>
          <a:prstGeom prst="roundRect">
            <a:avLst>
              <a:gd name="adj" fmla="val 50000"/>
            </a:avLst>
          </a:prstGeom>
          <a:solidFill>
            <a:srgbClr val="F4B18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5" name="!!m28_bar_g">
            <a:extLst>
              <a:ext uri="{FF2B5EF4-FFF2-40B4-BE49-F238E27FC236}">
                <a16:creationId xmlns:a16="http://schemas.microsoft.com/office/drawing/2014/main" id="{08312CB4-446D-4989-A72A-26C124648BD9}"/>
              </a:ext>
            </a:extLst>
          </p:cNvPr>
          <p:cNvSpPr/>
          <p:nvPr/>
        </p:nvSpPr>
        <p:spPr>
          <a:xfrm>
            <a:off x="4318000" y="7612741"/>
            <a:ext cx="8890000" cy="381000"/>
          </a:xfrm>
          <a:prstGeom prst="roundRect">
            <a:avLst>
              <a:gd name="adj" fmla="val 50000"/>
            </a:avLst>
          </a:prstGeom>
          <a:solidFill>
            <a:srgbClr val="3565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6" name="!!m28_eq">
            <a:extLst>
              <a:ext uri="{FF2B5EF4-FFF2-40B4-BE49-F238E27FC236}">
                <a16:creationId xmlns:a16="http://schemas.microsoft.com/office/drawing/2014/main" id="{222D7B3F-3135-4B38-A2F7-88E30E719DE4}"/>
              </a:ext>
            </a:extLst>
          </p:cNvPr>
          <p:cNvCxnSpPr/>
          <p:nvPr/>
        </p:nvCxnSpPr>
        <p:spPr>
          <a:xfrm>
            <a:off x="13208000" y="6647541"/>
            <a:ext cx="0" cy="1549400"/>
          </a:xfrm>
          <a:prstGeom prst="line">
            <a:avLst/>
          </a:prstGeom>
          <a:ln w="31750">
            <a:solidFill>
              <a:srgbClr val="1B223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!!m28_same">
            <a:extLst>
              <a:ext uri="{FF2B5EF4-FFF2-40B4-BE49-F238E27FC236}">
                <a16:creationId xmlns:a16="http://schemas.microsoft.com/office/drawing/2014/main" id="{4C12376D-5970-47D5-984F-C78315AF5A91}"/>
              </a:ext>
            </a:extLst>
          </p:cNvPr>
          <p:cNvSpPr txBox="1"/>
          <p:nvPr/>
        </p:nvSpPr>
        <p:spPr>
          <a:xfrm>
            <a:off x="12319000" y="5983776"/>
            <a:ext cx="1778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400" dirty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똑같다</a:t>
            </a:r>
          </a:p>
        </p:txBody>
      </p:sp>
      <p:sp>
        <p:nvSpPr>
          <p:cNvPr id="598" name="!!m28_tag_c">
            <a:extLst>
              <a:ext uri="{FF2B5EF4-FFF2-40B4-BE49-F238E27FC236}">
                <a16:creationId xmlns:a16="http://schemas.microsoft.com/office/drawing/2014/main" id="{CF8FA89D-ABE0-4224-B4AD-4023EECB66B6}"/>
              </a:ext>
            </a:extLst>
          </p:cNvPr>
          <p:cNvSpPr/>
          <p:nvPr/>
        </p:nvSpPr>
        <p:spPr>
          <a:xfrm>
            <a:off x="13512800" y="6812641"/>
            <a:ext cx="3175000" cy="457200"/>
          </a:xfrm>
          <a:prstGeom prst="roundRect">
            <a:avLst>
              <a:gd name="adj" fmla="val 50000"/>
            </a:avLst>
          </a:prstGeom>
          <a:solidFill>
            <a:srgbClr val="E6E9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GPU </a:t>
            </a:r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필요</a:t>
            </a:r>
          </a:p>
        </p:txBody>
      </p:sp>
      <p:sp>
        <p:nvSpPr>
          <p:cNvPr id="599" name="!!m28_tag_g">
            <a:extLst>
              <a:ext uri="{FF2B5EF4-FFF2-40B4-BE49-F238E27FC236}">
                <a16:creationId xmlns:a16="http://schemas.microsoft.com/office/drawing/2014/main" id="{F2FF4FFE-F470-47ED-9511-B84E7BC5B235}"/>
              </a:ext>
            </a:extLst>
          </p:cNvPr>
          <p:cNvSpPr/>
          <p:nvPr/>
        </p:nvSpPr>
        <p:spPr>
          <a:xfrm>
            <a:off x="13512800" y="7574641"/>
            <a:ext cx="3175000" cy="457200"/>
          </a:xfrm>
          <a:prstGeom prst="roundRect">
            <a:avLst>
              <a:gd name="adj" fmla="val 50000"/>
            </a:avLst>
          </a:prstGeom>
          <a:solidFill>
            <a:srgbClr val="3565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300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CPU 0.01</a:t>
            </a:r>
            <a:r>
              <a:rPr lang="ko-KR" altLang="en-US" sz="300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초</a:t>
            </a:r>
          </a:p>
        </p:txBody>
      </p:sp>
    </p:spTree>
    <p:extLst>
      <p:ext uri="{BB962C8B-B14F-4D97-AF65-F5344CB8AC3E}">
        <p14:creationId xmlns:p14="http://schemas.microsoft.com/office/powerpoint/2010/main" val="38480699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9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7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83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1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1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87" grpId="0" animBg="1"/>
      <p:bldP spid="588" grpId="0" animBg="1"/>
      <p:bldP spid="590" grpId="0"/>
      <p:bldP spid="591" grpId="0"/>
      <p:bldP spid="592" grpId="0"/>
      <p:bldP spid="593" grpId="0"/>
      <p:bldP spid="594" grpId="0" animBg="1"/>
      <p:bldP spid="595" grpId="0" animBg="1"/>
      <p:bldP spid="597" grpId="0"/>
      <p:bldP spid="598" grpId="0" animBg="1"/>
      <p:bldP spid="59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578D0-AEB3-4868-88B2-87805608267D}"/>
              </a:ext>
            </a:extLst>
          </p:cNvPr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626E1A6-975A-4C11-89AC-FFE72A3A919C}"/>
              </a:ext>
            </a:extLst>
          </p:cNvPr>
          <p:cNvCxnSpPr/>
          <p:nvPr/>
        </p:nvCxnSpPr>
        <p:spPr>
          <a:xfrm>
            <a:off x="1905000" y="3184013"/>
            <a:ext cx="14986000" cy="0"/>
          </a:xfrm>
          <a:prstGeom prst="line">
            <a:avLst/>
          </a:prstGeom>
          <a:ln w="9525" cap="flat" cmpd="sng" algn="ctr">
            <a:solidFill>
              <a:srgbClr val="D6DBE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EF505C-C6BC-49C1-80A8-BFC81FA35933}"/>
              </a:ext>
            </a:extLst>
          </p:cNvPr>
          <p:cNvSpPr txBox="1"/>
          <p:nvPr/>
        </p:nvSpPr>
        <p:spPr>
          <a:xfrm>
            <a:off x="548248" y="2953180"/>
            <a:ext cx="125515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1,000</a:t>
            </a:r>
            <a:r>
              <a:rPr lang="ko-KR" altLang="en-US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D75FC5A-727B-4531-B3C1-B61B615BE688}"/>
              </a:ext>
            </a:extLst>
          </p:cNvPr>
          <p:cNvCxnSpPr/>
          <p:nvPr/>
        </p:nvCxnSpPr>
        <p:spPr>
          <a:xfrm>
            <a:off x="1905000" y="4544142"/>
            <a:ext cx="14986000" cy="0"/>
          </a:xfrm>
          <a:prstGeom prst="line">
            <a:avLst/>
          </a:prstGeom>
          <a:ln w="9525" cap="flat" cmpd="sng" algn="ctr">
            <a:solidFill>
              <a:srgbClr val="D6DBE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FC1BAB-D09E-4F77-8827-CE78BB859118}"/>
              </a:ext>
            </a:extLst>
          </p:cNvPr>
          <p:cNvSpPr txBox="1"/>
          <p:nvPr/>
        </p:nvSpPr>
        <p:spPr>
          <a:xfrm>
            <a:off x="814348" y="4313310"/>
            <a:ext cx="98905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500</a:t>
            </a:r>
            <a:r>
              <a:rPr lang="ko-KR" altLang="en-US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A1CAF2-AA93-42C4-95AC-896E8E050F45}"/>
              </a:ext>
            </a:extLst>
          </p:cNvPr>
          <p:cNvCxnSpPr/>
          <p:nvPr/>
        </p:nvCxnSpPr>
        <p:spPr>
          <a:xfrm>
            <a:off x="1905000" y="6148822"/>
            <a:ext cx="14986000" cy="0"/>
          </a:xfrm>
          <a:prstGeom prst="line">
            <a:avLst/>
          </a:prstGeom>
          <a:ln w="15875" cap="flat" cmpd="sng" algn="ctr">
            <a:solidFill>
              <a:srgbClr val="C24E4E">
                <a:alpha val="65000"/>
              </a:srgbClr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449BFE-CCB6-40A5-8FF1-4F727D8D9661}"/>
              </a:ext>
            </a:extLst>
          </p:cNvPr>
          <p:cNvSpPr txBox="1"/>
          <p:nvPr/>
        </p:nvSpPr>
        <p:spPr>
          <a:xfrm>
            <a:off x="1468372" y="5904271"/>
            <a:ext cx="219612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rgbClr val="C24E4E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</a:t>
            </a:r>
            <a:endParaRPr lang="ko-KR" altLang="en-US" sz="3000" dirty="0">
              <a:solidFill>
                <a:srgbClr val="C24E4E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8E818FE-E5C7-4A00-B3E1-5385A023F942}"/>
              </a:ext>
            </a:extLst>
          </p:cNvPr>
          <p:cNvCxnSpPr/>
          <p:nvPr/>
        </p:nvCxnSpPr>
        <p:spPr>
          <a:xfrm>
            <a:off x="1905000" y="7264400"/>
            <a:ext cx="14986000" cy="0"/>
          </a:xfrm>
          <a:prstGeom prst="line">
            <a:avLst/>
          </a:prstGeom>
          <a:ln w="9525" cap="flat" cmpd="sng" algn="ctr">
            <a:solidFill>
              <a:srgbClr val="D6DBE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5B533B-9503-4EC0-924C-BC22391AF730}"/>
              </a:ext>
            </a:extLst>
          </p:cNvPr>
          <p:cNvSpPr txBox="1"/>
          <p:nvPr/>
        </p:nvSpPr>
        <p:spPr>
          <a:xfrm>
            <a:off x="671680" y="7033568"/>
            <a:ext cx="1131720" cy="46166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r"/>
            <a:r>
              <a:rPr lang="en-US" altLang="ko-KR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-500</a:t>
            </a:r>
            <a:r>
              <a:rPr lang="ko-KR" altLang="en-US" sz="3000" dirty="0">
                <a:solidFill>
                  <a:schemeClr val="bg1">
                    <a:lumMod val="50000"/>
                  </a:schemeClr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만</a:t>
            </a:r>
          </a:p>
        </p:txBody>
      </p:sp>
      <p:sp>
        <p:nvSpPr>
          <p:cNvPr id="131" name="!!t29_off_dim">
            <a:extLst>
              <a:ext uri="{FF2B5EF4-FFF2-40B4-BE49-F238E27FC236}">
                <a16:creationId xmlns:a16="http://schemas.microsoft.com/office/drawing/2014/main" id="{8BD8E001-57E8-43D0-BF2F-BB05683D9AE1}"/>
              </a:ext>
            </a:extLst>
          </p:cNvPr>
          <p:cNvSpPr/>
          <p:nvPr/>
        </p:nvSpPr>
        <p:spPr>
          <a:xfrm>
            <a:off x="1905000" y="3173179"/>
            <a:ext cx="14986001" cy="2265334"/>
          </a:xfrm>
          <a:custGeom>
            <a:avLst/>
            <a:gdLst/>
            <a:ahLst/>
            <a:cxnLst/>
            <a:rect l="0" t="0" r="0" b="0"/>
            <a:pathLst>
              <a:path w="14986001" h="2265334">
                <a:moveTo>
                  <a:pt x="0" y="530649"/>
                </a:moveTo>
                <a:lnTo>
                  <a:pt x="516759" y="1685458"/>
                </a:lnTo>
                <a:lnTo>
                  <a:pt x="1033517" y="1685458"/>
                </a:lnTo>
                <a:lnTo>
                  <a:pt x="1550276" y="1374501"/>
                </a:lnTo>
                <a:lnTo>
                  <a:pt x="2067034" y="1214861"/>
                </a:lnTo>
                <a:lnTo>
                  <a:pt x="2583793" y="1214861"/>
                </a:lnTo>
                <a:lnTo>
                  <a:pt x="3100552" y="964092"/>
                </a:lnTo>
                <a:lnTo>
                  <a:pt x="3617310" y="666042"/>
                </a:lnTo>
                <a:lnTo>
                  <a:pt x="4134069" y="666042"/>
                </a:lnTo>
                <a:lnTo>
                  <a:pt x="4650828" y="666042"/>
                </a:lnTo>
                <a:lnTo>
                  <a:pt x="5167586" y="355086"/>
                </a:lnTo>
                <a:lnTo>
                  <a:pt x="5684345" y="2265333"/>
                </a:lnTo>
                <a:lnTo>
                  <a:pt x="6201104" y="2265333"/>
                </a:lnTo>
                <a:lnTo>
                  <a:pt x="6717862" y="2014564"/>
                </a:lnTo>
                <a:lnTo>
                  <a:pt x="7234620" y="1716515"/>
                </a:lnTo>
                <a:lnTo>
                  <a:pt x="7751380" y="1716515"/>
                </a:lnTo>
                <a:lnTo>
                  <a:pt x="8268138" y="1849117"/>
                </a:lnTo>
                <a:lnTo>
                  <a:pt x="8784896" y="1538160"/>
                </a:lnTo>
                <a:lnTo>
                  <a:pt x="9301655" y="1378519"/>
                </a:lnTo>
                <a:lnTo>
                  <a:pt x="9818414" y="1378519"/>
                </a:lnTo>
                <a:lnTo>
                  <a:pt x="10335172" y="1127750"/>
                </a:lnTo>
                <a:lnTo>
                  <a:pt x="10851931" y="829701"/>
                </a:lnTo>
                <a:lnTo>
                  <a:pt x="11368689" y="829701"/>
                </a:lnTo>
                <a:lnTo>
                  <a:pt x="11885448" y="829701"/>
                </a:lnTo>
                <a:lnTo>
                  <a:pt x="12402207" y="518744"/>
                </a:lnTo>
                <a:lnTo>
                  <a:pt x="12918965" y="359104"/>
                </a:lnTo>
                <a:lnTo>
                  <a:pt x="13435724" y="548819"/>
                </a:lnTo>
                <a:lnTo>
                  <a:pt x="13952483" y="298050"/>
                </a:lnTo>
                <a:lnTo>
                  <a:pt x="14469241" y="0"/>
                </a:lnTo>
                <a:lnTo>
                  <a:pt x="14986000" y="0"/>
                </a:lnTo>
              </a:path>
            </a:pathLst>
          </a:custGeom>
          <a:ln w="44450" cap="flat" cmpd="sng" algn="ctr">
            <a:solidFill>
              <a:srgbClr val="9AA1AB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C9B922B5-5340-4C76-9C0F-D8A0D9B19508}"/>
              </a:ext>
            </a:extLst>
          </p:cNvPr>
          <p:cNvSpPr/>
          <p:nvPr/>
        </p:nvSpPr>
        <p:spPr>
          <a:xfrm>
            <a:off x="1905000" y="3173179"/>
            <a:ext cx="14986001" cy="2265334"/>
          </a:xfrm>
          <a:custGeom>
            <a:avLst/>
            <a:gdLst/>
            <a:ahLst/>
            <a:cxnLst/>
            <a:rect l="0" t="0" r="0" b="0"/>
            <a:pathLst>
              <a:path w="14986001" h="2265334">
                <a:moveTo>
                  <a:pt x="0" y="530649"/>
                </a:moveTo>
                <a:lnTo>
                  <a:pt x="516759" y="1685458"/>
                </a:lnTo>
                <a:lnTo>
                  <a:pt x="1033517" y="1685458"/>
                </a:lnTo>
                <a:lnTo>
                  <a:pt x="1550276" y="1374501"/>
                </a:lnTo>
                <a:lnTo>
                  <a:pt x="2067034" y="1214861"/>
                </a:lnTo>
                <a:lnTo>
                  <a:pt x="2583793" y="1214861"/>
                </a:lnTo>
                <a:lnTo>
                  <a:pt x="3100552" y="964092"/>
                </a:lnTo>
                <a:lnTo>
                  <a:pt x="3617310" y="666042"/>
                </a:lnTo>
                <a:lnTo>
                  <a:pt x="4134069" y="666042"/>
                </a:lnTo>
                <a:lnTo>
                  <a:pt x="4650828" y="666042"/>
                </a:lnTo>
                <a:lnTo>
                  <a:pt x="5167586" y="355086"/>
                </a:lnTo>
                <a:lnTo>
                  <a:pt x="5684345" y="2265333"/>
                </a:lnTo>
                <a:lnTo>
                  <a:pt x="6201104" y="2265333"/>
                </a:lnTo>
                <a:lnTo>
                  <a:pt x="6717862" y="2014564"/>
                </a:lnTo>
                <a:lnTo>
                  <a:pt x="7234620" y="1716515"/>
                </a:lnTo>
                <a:lnTo>
                  <a:pt x="7751380" y="1716515"/>
                </a:lnTo>
                <a:lnTo>
                  <a:pt x="8268138" y="1849117"/>
                </a:lnTo>
                <a:lnTo>
                  <a:pt x="8784896" y="1538160"/>
                </a:lnTo>
                <a:lnTo>
                  <a:pt x="9301655" y="1378519"/>
                </a:lnTo>
                <a:lnTo>
                  <a:pt x="9818414" y="1378519"/>
                </a:lnTo>
                <a:lnTo>
                  <a:pt x="10335172" y="1127750"/>
                </a:lnTo>
                <a:lnTo>
                  <a:pt x="10851931" y="829701"/>
                </a:lnTo>
                <a:lnTo>
                  <a:pt x="11368689" y="829701"/>
                </a:lnTo>
                <a:lnTo>
                  <a:pt x="11885448" y="829701"/>
                </a:lnTo>
                <a:lnTo>
                  <a:pt x="12402207" y="518744"/>
                </a:lnTo>
                <a:lnTo>
                  <a:pt x="12918965" y="359104"/>
                </a:lnTo>
                <a:lnTo>
                  <a:pt x="13435724" y="548819"/>
                </a:lnTo>
                <a:lnTo>
                  <a:pt x="13952483" y="298050"/>
                </a:lnTo>
                <a:lnTo>
                  <a:pt x="14469241" y="0"/>
                </a:lnTo>
                <a:lnTo>
                  <a:pt x="14986000" y="0"/>
                </a:lnTo>
              </a:path>
            </a:pathLst>
          </a:custGeom>
          <a:ln w="44450" cap="flat" cmpd="sng" algn="ctr">
            <a:solidFill>
              <a:srgbClr val="9AA1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F989CEDD-2E22-4E55-97D4-5BF5E90189E5}"/>
              </a:ext>
            </a:extLst>
          </p:cNvPr>
          <p:cNvSpPr/>
          <p:nvPr/>
        </p:nvSpPr>
        <p:spPr>
          <a:xfrm>
            <a:off x="1905000" y="3614605"/>
            <a:ext cx="14986000" cy="3347999"/>
          </a:xfrm>
          <a:custGeom>
            <a:avLst/>
            <a:gdLst>
              <a:gd name="connsiteX0" fmla="*/ 0 w 14986000"/>
              <a:gd name="connsiteY0" fmla="*/ 0 h 2446559"/>
              <a:gd name="connsiteX1" fmla="*/ 516759 w 14986000"/>
              <a:gd name="connsiteY1" fmla="*/ 1180739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34620 w 14986000"/>
              <a:gd name="connsiteY14" fmla="*/ 19480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68689 w 14986000"/>
              <a:gd name="connsiteY22" fmla="*/ 1585091 h 2446559"/>
              <a:gd name="connsiteX23" fmla="*/ 11885448 w 14986000"/>
              <a:gd name="connsiteY23" fmla="*/ 1980040 h 2446559"/>
              <a:gd name="connsiteX24" fmla="*/ 12402207 w 14986000"/>
              <a:gd name="connsiteY24" fmla="*/ 1501467 h 2446559"/>
              <a:gd name="connsiteX25" fmla="*/ 12918965 w 14986000"/>
              <a:gd name="connsiteY25" fmla="*/ 1510331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16759 w 14986000"/>
              <a:gd name="connsiteY1" fmla="*/ 1180739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34620 w 14986000"/>
              <a:gd name="connsiteY14" fmla="*/ 19480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68689 w 14986000"/>
              <a:gd name="connsiteY22" fmla="*/ 1585091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510331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16759 w 14986000"/>
              <a:gd name="connsiteY1" fmla="*/ 1180739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34620 w 14986000"/>
              <a:gd name="connsiteY14" fmla="*/ 19480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510331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16759 w 14986000"/>
              <a:gd name="connsiteY1" fmla="*/ 1180739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34620 w 14986000"/>
              <a:gd name="connsiteY14" fmla="*/ 19480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16759 w 14986000"/>
              <a:gd name="connsiteY1" fmla="*/ 1180739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33517 w 14986000"/>
              <a:gd name="connsiteY2" fmla="*/ 1247766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14467 w 14986000"/>
              <a:gd name="connsiteY2" fmla="*/ 809260 h 2446559"/>
              <a:gd name="connsiteX3" fmla="*/ 1550276 w 14986000"/>
              <a:gd name="connsiteY3" fmla="*/ 1035336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14467 w 14986000"/>
              <a:gd name="connsiteY2" fmla="*/ 809260 h 2446559"/>
              <a:gd name="connsiteX3" fmla="*/ 1559801 w 14986000"/>
              <a:gd name="connsiteY3" fmla="*/ 812603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479949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14467 w 14986000"/>
              <a:gd name="connsiteY2" fmla="*/ 809260 h 2446559"/>
              <a:gd name="connsiteX3" fmla="*/ 1559801 w 14986000"/>
              <a:gd name="connsiteY3" fmla="*/ 812603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340740 h 2446559"/>
              <a:gd name="connsiteX8" fmla="*/ 4134069 w 14986000"/>
              <a:gd name="connsiteY8" fmla="*/ 516879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14467 w 14986000"/>
              <a:gd name="connsiteY2" fmla="*/ 809260 h 2446559"/>
              <a:gd name="connsiteX3" fmla="*/ 1559801 w 14986000"/>
              <a:gd name="connsiteY3" fmla="*/ 812603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340740 h 2446559"/>
              <a:gd name="connsiteX8" fmla="*/ 4124544 w 14986000"/>
              <a:gd name="connsiteY8" fmla="*/ 342868 h 2446559"/>
              <a:gd name="connsiteX9" fmla="*/ 4650828 w 14986000"/>
              <a:gd name="connsiteY9" fmla="*/ 597594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  <a:gd name="connsiteX0" fmla="*/ 0 w 14986000"/>
              <a:gd name="connsiteY0" fmla="*/ 0 h 2446559"/>
              <a:gd name="connsiteX1" fmla="*/ 535809 w 14986000"/>
              <a:gd name="connsiteY1" fmla="*/ 756154 h 2446559"/>
              <a:gd name="connsiteX2" fmla="*/ 1014467 w 14986000"/>
              <a:gd name="connsiteY2" fmla="*/ 809260 h 2446559"/>
              <a:gd name="connsiteX3" fmla="*/ 1559801 w 14986000"/>
              <a:gd name="connsiteY3" fmla="*/ 812603 h 2446559"/>
              <a:gd name="connsiteX4" fmla="*/ 2067034 w 14986000"/>
              <a:gd name="connsiteY4" fmla="*/ 978664 h 2446559"/>
              <a:gd name="connsiteX5" fmla="*/ 2583793 w 14986000"/>
              <a:gd name="connsiteY5" fmla="*/ 978748 h 2446559"/>
              <a:gd name="connsiteX6" fmla="*/ 3100552 w 14986000"/>
              <a:gd name="connsiteY6" fmla="*/ 727999 h 2446559"/>
              <a:gd name="connsiteX7" fmla="*/ 3617310 w 14986000"/>
              <a:gd name="connsiteY7" fmla="*/ 340740 h 2446559"/>
              <a:gd name="connsiteX8" fmla="*/ 4124544 w 14986000"/>
              <a:gd name="connsiteY8" fmla="*/ 342868 h 2446559"/>
              <a:gd name="connsiteX9" fmla="*/ 4612728 w 14986000"/>
              <a:gd name="connsiteY9" fmla="*/ 319177 h 2446559"/>
              <a:gd name="connsiteX10" fmla="*/ 5167586 w 14986000"/>
              <a:gd name="connsiteY10" fmla="*/ 407665 h 2446559"/>
              <a:gd name="connsiteX11" fmla="*/ 5684345 w 14986000"/>
              <a:gd name="connsiteY11" fmla="*/ 2446460 h 2446559"/>
              <a:gd name="connsiteX12" fmla="*/ 6201104 w 14986000"/>
              <a:gd name="connsiteY12" fmla="*/ 2446559 h 2446559"/>
              <a:gd name="connsiteX13" fmla="*/ 6717862 w 14986000"/>
              <a:gd name="connsiteY13" fmla="*/ 2195812 h 2446559"/>
              <a:gd name="connsiteX14" fmla="*/ 7253670 w 14986000"/>
              <a:gd name="connsiteY14" fmla="*/ 1613994 h 2446559"/>
              <a:gd name="connsiteX15" fmla="*/ 7751380 w 14986000"/>
              <a:gd name="connsiteY15" fmla="*/ 1992984 h 2446559"/>
              <a:gd name="connsiteX16" fmla="*/ 8268138 w 14986000"/>
              <a:gd name="connsiteY16" fmla="*/ 2222096 h 2446559"/>
              <a:gd name="connsiteX17" fmla="*/ 8784896 w 14986000"/>
              <a:gd name="connsiteY17" fmla="*/ 2045832 h 2446559"/>
              <a:gd name="connsiteX18" fmla="*/ 9301655 w 14986000"/>
              <a:gd name="connsiteY18" fmla="*/ 2038505 h 2446559"/>
              <a:gd name="connsiteX19" fmla="*/ 9818414 w 14986000"/>
              <a:gd name="connsiteY19" fmla="*/ 2038617 h 2446559"/>
              <a:gd name="connsiteX20" fmla="*/ 10335172 w 14986000"/>
              <a:gd name="connsiteY20" fmla="*/ 1787872 h 2446559"/>
              <a:gd name="connsiteX21" fmla="*/ 10851931 w 14986000"/>
              <a:gd name="connsiteY21" fmla="*/ 1539004 h 2446559"/>
              <a:gd name="connsiteX22" fmla="*/ 11340114 w 14986000"/>
              <a:gd name="connsiteY22" fmla="*/ 1745180 h 2446559"/>
              <a:gd name="connsiteX23" fmla="*/ 11885448 w 14986000"/>
              <a:gd name="connsiteY23" fmla="*/ 1980040 h 2446559"/>
              <a:gd name="connsiteX24" fmla="*/ 12421257 w 14986000"/>
              <a:gd name="connsiteY24" fmla="*/ 1946934 h 2446559"/>
              <a:gd name="connsiteX25" fmla="*/ 12918965 w 14986000"/>
              <a:gd name="connsiteY25" fmla="*/ 1712183 h 2446559"/>
              <a:gd name="connsiteX26" fmla="*/ 13435724 w 14986000"/>
              <a:gd name="connsiteY26" fmla="*/ 1700177 h 2446559"/>
              <a:gd name="connsiteX27" fmla="*/ 13952483 w 14986000"/>
              <a:gd name="connsiteY27" fmla="*/ 1449435 h 2446559"/>
              <a:gd name="connsiteX28" fmla="*/ 14469241 w 14986000"/>
              <a:gd name="connsiteY28" fmla="*/ 1204376 h 2446559"/>
              <a:gd name="connsiteX29" fmla="*/ 14986000 w 14986000"/>
              <a:gd name="connsiteY29" fmla="*/ 1251628 h 24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986000" h="2446559">
                <a:moveTo>
                  <a:pt x="0" y="0"/>
                </a:moveTo>
                <a:lnTo>
                  <a:pt x="535809" y="756154"/>
                </a:lnTo>
                <a:lnTo>
                  <a:pt x="1014467" y="809260"/>
                </a:lnTo>
                <a:lnTo>
                  <a:pt x="1559801" y="812603"/>
                </a:lnTo>
                <a:lnTo>
                  <a:pt x="2067034" y="978664"/>
                </a:lnTo>
                <a:lnTo>
                  <a:pt x="2583793" y="978748"/>
                </a:lnTo>
                <a:lnTo>
                  <a:pt x="3100552" y="727999"/>
                </a:lnTo>
                <a:lnTo>
                  <a:pt x="3617310" y="340740"/>
                </a:lnTo>
                <a:lnTo>
                  <a:pt x="4124544" y="342868"/>
                </a:lnTo>
                <a:lnTo>
                  <a:pt x="4612728" y="319177"/>
                </a:lnTo>
                <a:lnTo>
                  <a:pt x="5167586" y="407665"/>
                </a:lnTo>
                <a:lnTo>
                  <a:pt x="5684345" y="2446460"/>
                </a:lnTo>
                <a:lnTo>
                  <a:pt x="6201104" y="2446559"/>
                </a:lnTo>
                <a:lnTo>
                  <a:pt x="6717862" y="2195812"/>
                </a:lnTo>
                <a:lnTo>
                  <a:pt x="7253670" y="1613994"/>
                </a:lnTo>
                <a:lnTo>
                  <a:pt x="7751380" y="1992984"/>
                </a:lnTo>
                <a:lnTo>
                  <a:pt x="8268138" y="2222096"/>
                </a:lnTo>
                <a:lnTo>
                  <a:pt x="8784896" y="2045832"/>
                </a:lnTo>
                <a:lnTo>
                  <a:pt x="9301655" y="2038505"/>
                </a:lnTo>
                <a:lnTo>
                  <a:pt x="9818414" y="2038617"/>
                </a:lnTo>
                <a:lnTo>
                  <a:pt x="10335172" y="1787872"/>
                </a:lnTo>
                <a:lnTo>
                  <a:pt x="10851931" y="1539004"/>
                </a:lnTo>
                <a:lnTo>
                  <a:pt x="11340114" y="1745180"/>
                </a:lnTo>
                <a:lnTo>
                  <a:pt x="11885448" y="1980040"/>
                </a:lnTo>
                <a:lnTo>
                  <a:pt x="12421257" y="1946934"/>
                </a:lnTo>
                <a:lnTo>
                  <a:pt x="12918965" y="1712183"/>
                </a:lnTo>
                <a:lnTo>
                  <a:pt x="13435724" y="1700177"/>
                </a:lnTo>
                <a:lnTo>
                  <a:pt x="13952483" y="1449435"/>
                </a:lnTo>
                <a:lnTo>
                  <a:pt x="14469241" y="1204376"/>
                </a:lnTo>
                <a:lnTo>
                  <a:pt x="14986000" y="1251628"/>
                </a:lnTo>
              </a:path>
            </a:pathLst>
          </a:custGeom>
          <a:ln w="63500" cap="flat" cmpd="sng" algn="ctr">
            <a:solidFill>
              <a:srgbClr val="5B8DE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2CB0A0D-B511-4D2F-AC64-99EC324E6665}"/>
              </a:ext>
            </a:extLst>
          </p:cNvPr>
          <p:cNvCxnSpPr/>
          <p:nvPr/>
        </p:nvCxnSpPr>
        <p:spPr>
          <a:xfrm>
            <a:off x="7589345" y="3048000"/>
            <a:ext cx="0" cy="4216400"/>
          </a:xfrm>
          <a:prstGeom prst="line">
            <a:avLst/>
          </a:prstGeom>
          <a:ln w="15875" cap="flat" cmpd="sng" algn="ctr">
            <a:solidFill>
              <a:srgbClr val="9AA1AB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3645D8-ED8B-4E2C-99DC-50D7D7B710E0}"/>
              </a:ext>
            </a:extLst>
          </p:cNvPr>
          <p:cNvSpPr txBox="1"/>
          <p:nvPr/>
        </p:nvSpPr>
        <p:spPr>
          <a:xfrm>
            <a:off x="6070600" y="2512368"/>
            <a:ext cx="3048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altLang="ko-KR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11</a:t>
            </a:r>
            <a:r>
              <a:rPr lang="ko-KR" alt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일째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879E828-D95A-4495-8239-51EE7A1E986A}"/>
              </a:ext>
            </a:extLst>
          </p:cNvPr>
          <p:cNvSpPr/>
          <p:nvPr/>
        </p:nvSpPr>
        <p:spPr>
          <a:xfrm>
            <a:off x="1905000" y="3522549"/>
            <a:ext cx="14986001" cy="3620040"/>
          </a:xfrm>
          <a:custGeom>
            <a:avLst/>
            <a:gdLst/>
            <a:ahLst/>
            <a:cxnLst/>
            <a:rect l="0" t="0" r="0" b="0"/>
            <a:pathLst>
              <a:path w="14986001" h="3620040">
                <a:moveTo>
                  <a:pt x="0" y="0"/>
                </a:moveTo>
                <a:lnTo>
                  <a:pt x="516759" y="671344"/>
                </a:lnTo>
                <a:lnTo>
                  <a:pt x="1033517" y="671344"/>
                </a:lnTo>
                <a:lnTo>
                  <a:pt x="1550276" y="730767"/>
                </a:lnTo>
                <a:lnTo>
                  <a:pt x="2067034" y="1259377"/>
                </a:lnTo>
                <a:lnTo>
                  <a:pt x="2583793" y="1271692"/>
                </a:lnTo>
                <a:lnTo>
                  <a:pt x="3100552" y="1047585"/>
                </a:lnTo>
                <a:lnTo>
                  <a:pt x="3617310" y="125924"/>
                </a:lnTo>
                <a:lnTo>
                  <a:pt x="4134069" y="328290"/>
                </a:lnTo>
                <a:lnTo>
                  <a:pt x="4650828" y="328290"/>
                </a:lnTo>
                <a:lnTo>
                  <a:pt x="5167586" y="570479"/>
                </a:lnTo>
                <a:lnTo>
                  <a:pt x="5684345" y="3620039"/>
                </a:lnTo>
                <a:lnTo>
                  <a:pt x="6201104" y="3346207"/>
                </a:lnTo>
                <a:lnTo>
                  <a:pt x="6717862" y="2931387"/>
                </a:lnTo>
                <a:lnTo>
                  <a:pt x="7234620" y="1766106"/>
                </a:lnTo>
                <a:lnTo>
                  <a:pt x="7751380" y="2659783"/>
                </a:lnTo>
                <a:lnTo>
                  <a:pt x="8268138" y="2791256"/>
                </a:lnTo>
                <a:lnTo>
                  <a:pt x="8784896" y="2760971"/>
                </a:lnTo>
                <a:lnTo>
                  <a:pt x="9301655" y="3025766"/>
                </a:lnTo>
                <a:lnTo>
                  <a:pt x="9818414" y="2840408"/>
                </a:lnTo>
                <a:lnTo>
                  <a:pt x="10335172" y="2603809"/>
                </a:lnTo>
                <a:lnTo>
                  <a:pt x="10851931" y="2317744"/>
                </a:lnTo>
                <a:lnTo>
                  <a:pt x="11368689" y="3275218"/>
                </a:lnTo>
                <a:lnTo>
                  <a:pt x="11885448" y="3305587"/>
                </a:lnTo>
                <a:lnTo>
                  <a:pt x="12402207" y="2847570"/>
                </a:lnTo>
                <a:lnTo>
                  <a:pt x="12918965" y="2740568"/>
                </a:lnTo>
                <a:lnTo>
                  <a:pt x="13435724" y="2792112"/>
                </a:lnTo>
                <a:lnTo>
                  <a:pt x="13952483" y="2578918"/>
                </a:lnTo>
                <a:lnTo>
                  <a:pt x="14469241" y="1964616"/>
                </a:lnTo>
                <a:lnTo>
                  <a:pt x="14986000" y="2489659"/>
                </a:lnTo>
              </a:path>
            </a:pathLst>
          </a:custGeom>
          <a:ln w="38100" cap="flat" cmpd="sng" algn="ctr">
            <a:solidFill>
              <a:srgbClr val="1B223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BFC812C-D836-4B31-9C55-FC9BC34669AF}"/>
              </a:ext>
            </a:extLst>
          </p:cNvPr>
          <p:cNvCxnSpPr/>
          <p:nvPr/>
        </p:nvCxnSpPr>
        <p:spPr>
          <a:xfrm>
            <a:off x="13512800" y="8026400"/>
            <a:ext cx="533400" cy="0"/>
          </a:xfrm>
          <a:prstGeom prst="line">
            <a:avLst/>
          </a:prstGeom>
          <a:ln w="44450" cap="flat" cmpd="sng" algn="ctr">
            <a:solidFill>
              <a:srgbClr val="9AA1A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4B36712-A464-4B14-B9AA-A3A2B36763A0}"/>
              </a:ext>
            </a:extLst>
          </p:cNvPr>
          <p:cNvSpPr txBox="1"/>
          <p:nvPr/>
        </p:nvSpPr>
        <p:spPr>
          <a:xfrm>
            <a:off x="14198600" y="7795568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모델 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OFF</a:t>
            </a:r>
            <a:endParaRPr lang="ko-KR" altLang="en-US" sz="300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672C9F3-0BB9-4959-91F3-93BE88AD5292}"/>
              </a:ext>
            </a:extLst>
          </p:cNvPr>
          <p:cNvCxnSpPr/>
          <p:nvPr/>
        </p:nvCxnSpPr>
        <p:spPr>
          <a:xfrm>
            <a:off x="13512800" y="8610600"/>
            <a:ext cx="533400" cy="0"/>
          </a:xfrm>
          <a:prstGeom prst="line">
            <a:avLst/>
          </a:prstGeom>
          <a:ln w="63500" cap="flat" cmpd="sng" algn="ctr">
            <a:solidFill>
              <a:srgbClr val="5B8DE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5D43E9-A75B-4C9B-8C9A-5A7A9A980231}"/>
              </a:ext>
            </a:extLst>
          </p:cNvPr>
          <p:cNvSpPr txBox="1"/>
          <p:nvPr/>
        </p:nvSpPr>
        <p:spPr>
          <a:xfrm>
            <a:off x="14198600" y="8379768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모델 </a:t>
            </a:r>
            <a:r>
              <a:rPr lang="en-US" altLang="ko-KR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ON</a:t>
            </a:r>
            <a:endParaRPr lang="ko-KR" altLang="en-US" sz="300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7251468-E41D-4D38-BFF5-82419E559C70}"/>
              </a:ext>
            </a:extLst>
          </p:cNvPr>
          <p:cNvCxnSpPr/>
          <p:nvPr/>
        </p:nvCxnSpPr>
        <p:spPr>
          <a:xfrm>
            <a:off x="13512800" y="9194800"/>
            <a:ext cx="533400" cy="0"/>
          </a:xfrm>
          <a:prstGeom prst="line">
            <a:avLst/>
          </a:prstGeom>
          <a:ln w="38100" cap="flat" cmpd="sng" algn="ctr">
            <a:solidFill>
              <a:srgbClr val="1B223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948C97-9559-45D6-A974-148F4CC77AF7}"/>
              </a:ext>
            </a:extLst>
          </p:cNvPr>
          <p:cNvSpPr txBox="1"/>
          <p:nvPr/>
        </p:nvSpPr>
        <p:spPr>
          <a:xfrm>
            <a:off x="14198600" y="8963968"/>
            <a:ext cx="2794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실제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8CED778-0AC0-4A05-A956-2E01FB9A8665}"/>
              </a:ext>
            </a:extLst>
          </p:cNvPr>
          <p:cNvSpPr/>
          <p:nvPr/>
        </p:nvSpPr>
        <p:spPr>
          <a:xfrm>
            <a:off x="914400" y="8102600"/>
            <a:ext cx="11430000" cy="1346200"/>
          </a:xfrm>
          <a:prstGeom prst="roundRect">
            <a:avLst>
              <a:gd name="adj" fmla="val 8000"/>
            </a:avLst>
          </a:prstGeom>
          <a:solidFill>
            <a:srgbClr val="1B22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32B3F1E-F1BC-4CD4-8718-5E3487811C12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!!t29_lab_off">
            <a:extLst>
              <a:ext uri="{FF2B5EF4-FFF2-40B4-BE49-F238E27FC236}">
                <a16:creationId xmlns:a16="http://schemas.microsoft.com/office/drawing/2014/main" id="{068A9694-18C4-41CA-9D5C-E0CEC58DC59D}"/>
              </a:ext>
            </a:extLst>
          </p:cNvPr>
          <p:cNvSpPr txBox="1"/>
          <p:nvPr/>
        </p:nvSpPr>
        <p:spPr>
          <a:xfrm>
            <a:off x="1219200" y="8251567"/>
            <a:ext cx="190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모델 </a:t>
            </a:r>
            <a:r>
              <a:rPr lang="en-US" altLang="ko-KR" sz="3000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OFF</a:t>
            </a:r>
            <a:endParaRPr lang="ko-KR" altLang="en-US" sz="3000" dirty="0">
              <a:solidFill>
                <a:srgbClr val="9AA1AB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!!t29_lab_on">
            <a:extLst>
              <a:ext uri="{FF2B5EF4-FFF2-40B4-BE49-F238E27FC236}">
                <a16:creationId xmlns:a16="http://schemas.microsoft.com/office/drawing/2014/main" id="{DEE5BD98-81BD-4B3A-A1CE-8D57D3EBA996}"/>
              </a:ext>
            </a:extLst>
          </p:cNvPr>
          <p:cNvSpPr txBox="1"/>
          <p:nvPr/>
        </p:nvSpPr>
        <p:spPr>
          <a:xfrm>
            <a:off x="1219200" y="8911967"/>
            <a:ext cx="1905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모델 </a:t>
            </a:r>
            <a:r>
              <a:rPr lang="en-US" altLang="ko-KR" sz="300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ON</a:t>
            </a:r>
            <a:endParaRPr lang="ko-KR" altLang="en-US" sz="3000">
              <a:solidFill>
                <a:srgbClr val="FFFFFF"/>
              </a:solidFill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grpSp>
        <p:nvGrpSpPr>
          <p:cNvPr id="64" name="!!t29_bg_off">
            <a:extLst>
              <a:ext uri="{FF2B5EF4-FFF2-40B4-BE49-F238E27FC236}">
                <a16:creationId xmlns:a16="http://schemas.microsoft.com/office/drawing/2014/main" id="{0D01AC02-D654-4AFD-86F6-71FF18D701F9}"/>
              </a:ext>
            </a:extLst>
          </p:cNvPr>
          <p:cNvGrpSpPr/>
          <p:nvPr/>
        </p:nvGrpSpPr>
        <p:grpSpPr>
          <a:xfrm>
            <a:off x="3200400" y="8382000"/>
            <a:ext cx="7025640" cy="152400"/>
            <a:chOff x="3200400" y="8382000"/>
            <a:chExt cx="7025640" cy="152400"/>
          </a:xfrm>
        </p:grpSpPr>
        <p:sp>
          <p:nvSpPr>
            <p:cNvPr id="20" name="_k541">
              <a:extLst>
                <a:ext uri="{FF2B5EF4-FFF2-40B4-BE49-F238E27FC236}">
                  <a16:creationId xmlns:a16="http://schemas.microsoft.com/office/drawing/2014/main" id="{BD9F258F-71A1-4FD4-9F03-42607CD0F10B}"/>
                </a:ext>
              </a:extLst>
            </p:cNvPr>
            <p:cNvSpPr/>
            <p:nvPr/>
          </p:nvSpPr>
          <p:spPr>
            <a:xfrm>
              <a:off x="32004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_k542">
              <a:extLst>
                <a:ext uri="{FF2B5EF4-FFF2-40B4-BE49-F238E27FC236}">
                  <a16:creationId xmlns:a16="http://schemas.microsoft.com/office/drawing/2014/main" id="{7528E18F-05C8-4EBE-AA11-909CE65CD852}"/>
                </a:ext>
              </a:extLst>
            </p:cNvPr>
            <p:cNvSpPr/>
            <p:nvPr/>
          </p:nvSpPr>
          <p:spPr>
            <a:xfrm>
              <a:off x="34086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_k543">
              <a:extLst>
                <a:ext uri="{FF2B5EF4-FFF2-40B4-BE49-F238E27FC236}">
                  <a16:creationId xmlns:a16="http://schemas.microsoft.com/office/drawing/2014/main" id="{A3C573BD-D31E-4551-9AEA-981F1DA2ACF9}"/>
                </a:ext>
              </a:extLst>
            </p:cNvPr>
            <p:cNvSpPr/>
            <p:nvPr/>
          </p:nvSpPr>
          <p:spPr>
            <a:xfrm>
              <a:off x="36169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_k544">
              <a:extLst>
                <a:ext uri="{FF2B5EF4-FFF2-40B4-BE49-F238E27FC236}">
                  <a16:creationId xmlns:a16="http://schemas.microsoft.com/office/drawing/2014/main" id="{2F472016-95B0-46BF-B389-7E2F6CC389D3}"/>
                </a:ext>
              </a:extLst>
            </p:cNvPr>
            <p:cNvSpPr/>
            <p:nvPr/>
          </p:nvSpPr>
          <p:spPr>
            <a:xfrm>
              <a:off x="38252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_k545">
              <a:extLst>
                <a:ext uri="{FF2B5EF4-FFF2-40B4-BE49-F238E27FC236}">
                  <a16:creationId xmlns:a16="http://schemas.microsoft.com/office/drawing/2014/main" id="{3E7E976B-A834-49A4-985B-AE598338849F}"/>
                </a:ext>
              </a:extLst>
            </p:cNvPr>
            <p:cNvSpPr/>
            <p:nvPr/>
          </p:nvSpPr>
          <p:spPr>
            <a:xfrm>
              <a:off x="40335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_k546">
              <a:extLst>
                <a:ext uri="{FF2B5EF4-FFF2-40B4-BE49-F238E27FC236}">
                  <a16:creationId xmlns:a16="http://schemas.microsoft.com/office/drawing/2014/main" id="{A65117A2-D7FD-4267-ABBD-4AD65E4D8E52}"/>
                </a:ext>
              </a:extLst>
            </p:cNvPr>
            <p:cNvSpPr/>
            <p:nvPr/>
          </p:nvSpPr>
          <p:spPr>
            <a:xfrm>
              <a:off x="42418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_k547">
              <a:extLst>
                <a:ext uri="{FF2B5EF4-FFF2-40B4-BE49-F238E27FC236}">
                  <a16:creationId xmlns:a16="http://schemas.microsoft.com/office/drawing/2014/main" id="{38EFFA25-F04B-4BFF-AD23-3EFFBC8990C2}"/>
                </a:ext>
              </a:extLst>
            </p:cNvPr>
            <p:cNvSpPr/>
            <p:nvPr/>
          </p:nvSpPr>
          <p:spPr>
            <a:xfrm>
              <a:off x="44500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_k548">
              <a:extLst>
                <a:ext uri="{FF2B5EF4-FFF2-40B4-BE49-F238E27FC236}">
                  <a16:creationId xmlns:a16="http://schemas.microsoft.com/office/drawing/2014/main" id="{6A8F40E2-5FB4-4506-8AC1-545560904DFF}"/>
                </a:ext>
              </a:extLst>
            </p:cNvPr>
            <p:cNvSpPr/>
            <p:nvPr/>
          </p:nvSpPr>
          <p:spPr>
            <a:xfrm>
              <a:off x="46583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_k549">
              <a:extLst>
                <a:ext uri="{FF2B5EF4-FFF2-40B4-BE49-F238E27FC236}">
                  <a16:creationId xmlns:a16="http://schemas.microsoft.com/office/drawing/2014/main" id="{CD3F2059-6432-4677-9F22-4700996138D3}"/>
                </a:ext>
              </a:extLst>
            </p:cNvPr>
            <p:cNvSpPr/>
            <p:nvPr/>
          </p:nvSpPr>
          <p:spPr>
            <a:xfrm>
              <a:off x="48666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_k550">
              <a:extLst>
                <a:ext uri="{FF2B5EF4-FFF2-40B4-BE49-F238E27FC236}">
                  <a16:creationId xmlns:a16="http://schemas.microsoft.com/office/drawing/2014/main" id="{7C9B80BC-9CE6-453C-A6A8-E737B8F537B0}"/>
                </a:ext>
              </a:extLst>
            </p:cNvPr>
            <p:cNvSpPr/>
            <p:nvPr/>
          </p:nvSpPr>
          <p:spPr>
            <a:xfrm>
              <a:off x="50749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_k551">
              <a:extLst>
                <a:ext uri="{FF2B5EF4-FFF2-40B4-BE49-F238E27FC236}">
                  <a16:creationId xmlns:a16="http://schemas.microsoft.com/office/drawing/2014/main" id="{AB7214B9-22B9-40A8-ADA9-77CD9051E7C1}"/>
                </a:ext>
              </a:extLst>
            </p:cNvPr>
            <p:cNvSpPr/>
            <p:nvPr/>
          </p:nvSpPr>
          <p:spPr>
            <a:xfrm>
              <a:off x="52832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_k552">
              <a:extLst>
                <a:ext uri="{FF2B5EF4-FFF2-40B4-BE49-F238E27FC236}">
                  <a16:creationId xmlns:a16="http://schemas.microsoft.com/office/drawing/2014/main" id="{43DB5068-7B02-4A2E-923A-CCA2AE853B0B}"/>
                </a:ext>
              </a:extLst>
            </p:cNvPr>
            <p:cNvSpPr/>
            <p:nvPr/>
          </p:nvSpPr>
          <p:spPr>
            <a:xfrm>
              <a:off x="54914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_k553">
              <a:extLst>
                <a:ext uri="{FF2B5EF4-FFF2-40B4-BE49-F238E27FC236}">
                  <a16:creationId xmlns:a16="http://schemas.microsoft.com/office/drawing/2014/main" id="{5728EAB7-DFC4-40A0-8546-B43FE8774B5D}"/>
                </a:ext>
              </a:extLst>
            </p:cNvPr>
            <p:cNvSpPr/>
            <p:nvPr/>
          </p:nvSpPr>
          <p:spPr>
            <a:xfrm>
              <a:off x="56997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_k554">
              <a:extLst>
                <a:ext uri="{FF2B5EF4-FFF2-40B4-BE49-F238E27FC236}">
                  <a16:creationId xmlns:a16="http://schemas.microsoft.com/office/drawing/2014/main" id="{2BD28605-5E9D-460B-B2E2-BC925C8BC3F6}"/>
                </a:ext>
              </a:extLst>
            </p:cNvPr>
            <p:cNvSpPr/>
            <p:nvPr/>
          </p:nvSpPr>
          <p:spPr>
            <a:xfrm>
              <a:off x="59080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_k555">
              <a:extLst>
                <a:ext uri="{FF2B5EF4-FFF2-40B4-BE49-F238E27FC236}">
                  <a16:creationId xmlns:a16="http://schemas.microsoft.com/office/drawing/2014/main" id="{3B584A3F-61B6-4FB9-8F5A-C9E7FFF138EE}"/>
                </a:ext>
              </a:extLst>
            </p:cNvPr>
            <p:cNvSpPr/>
            <p:nvPr/>
          </p:nvSpPr>
          <p:spPr>
            <a:xfrm>
              <a:off x="61163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_k556">
              <a:extLst>
                <a:ext uri="{FF2B5EF4-FFF2-40B4-BE49-F238E27FC236}">
                  <a16:creationId xmlns:a16="http://schemas.microsoft.com/office/drawing/2014/main" id="{7CFE657E-D31C-4884-A1FA-0EF225DBDE02}"/>
                </a:ext>
              </a:extLst>
            </p:cNvPr>
            <p:cNvSpPr/>
            <p:nvPr/>
          </p:nvSpPr>
          <p:spPr>
            <a:xfrm>
              <a:off x="63246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_k557">
              <a:extLst>
                <a:ext uri="{FF2B5EF4-FFF2-40B4-BE49-F238E27FC236}">
                  <a16:creationId xmlns:a16="http://schemas.microsoft.com/office/drawing/2014/main" id="{5AADEA97-88E7-4AC2-95CB-C42096FF0884}"/>
                </a:ext>
              </a:extLst>
            </p:cNvPr>
            <p:cNvSpPr/>
            <p:nvPr/>
          </p:nvSpPr>
          <p:spPr>
            <a:xfrm>
              <a:off x="65328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_k558">
              <a:extLst>
                <a:ext uri="{FF2B5EF4-FFF2-40B4-BE49-F238E27FC236}">
                  <a16:creationId xmlns:a16="http://schemas.microsoft.com/office/drawing/2014/main" id="{A9DC96B5-F157-488C-B583-5F9D073D44FD}"/>
                </a:ext>
              </a:extLst>
            </p:cNvPr>
            <p:cNvSpPr/>
            <p:nvPr/>
          </p:nvSpPr>
          <p:spPr>
            <a:xfrm>
              <a:off x="67411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_k559">
              <a:extLst>
                <a:ext uri="{FF2B5EF4-FFF2-40B4-BE49-F238E27FC236}">
                  <a16:creationId xmlns:a16="http://schemas.microsoft.com/office/drawing/2014/main" id="{7087D413-A0C4-4C39-8C78-A281F3A993C9}"/>
                </a:ext>
              </a:extLst>
            </p:cNvPr>
            <p:cNvSpPr/>
            <p:nvPr/>
          </p:nvSpPr>
          <p:spPr>
            <a:xfrm>
              <a:off x="69494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_k560">
              <a:extLst>
                <a:ext uri="{FF2B5EF4-FFF2-40B4-BE49-F238E27FC236}">
                  <a16:creationId xmlns:a16="http://schemas.microsoft.com/office/drawing/2014/main" id="{52FD0EBF-4166-4D1E-AE23-D98F25A4E8D1}"/>
                </a:ext>
              </a:extLst>
            </p:cNvPr>
            <p:cNvSpPr/>
            <p:nvPr/>
          </p:nvSpPr>
          <p:spPr>
            <a:xfrm>
              <a:off x="71577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_k561">
              <a:extLst>
                <a:ext uri="{FF2B5EF4-FFF2-40B4-BE49-F238E27FC236}">
                  <a16:creationId xmlns:a16="http://schemas.microsoft.com/office/drawing/2014/main" id="{4C6FDDC2-C7A8-41BF-8EF6-3B03D9AA702A}"/>
                </a:ext>
              </a:extLst>
            </p:cNvPr>
            <p:cNvSpPr/>
            <p:nvPr/>
          </p:nvSpPr>
          <p:spPr>
            <a:xfrm>
              <a:off x="73660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_k562">
              <a:extLst>
                <a:ext uri="{FF2B5EF4-FFF2-40B4-BE49-F238E27FC236}">
                  <a16:creationId xmlns:a16="http://schemas.microsoft.com/office/drawing/2014/main" id="{3E386378-07EA-456E-914C-D4901EA7810D}"/>
                </a:ext>
              </a:extLst>
            </p:cNvPr>
            <p:cNvSpPr/>
            <p:nvPr/>
          </p:nvSpPr>
          <p:spPr>
            <a:xfrm>
              <a:off x="75742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_k563">
              <a:extLst>
                <a:ext uri="{FF2B5EF4-FFF2-40B4-BE49-F238E27FC236}">
                  <a16:creationId xmlns:a16="http://schemas.microsoft.com/office/drawing/2014/main" id="{1D9D5110-14C7-4B01-8FF4-0A229760803E}"/>
                </a:ext>
              </a:extLst>
            </p:cNvPr>
            <p:cNvSpPr/>
            <p:nvPr/>
          </p:nvSpPr>
          <p:spPr>
            <a:xfrm>
              <a:off x="77825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_k564">
              <a:extLst>
                <a:ext uri="{FF2B5EF4-FFF2-40B4-BE49-F238E27FC236}">
                  <a16:creationId xmlns:a16="http://schemas.microsoft.com/office/drawing/2014/main" id="{3C48F033-261A-424C-BCB1-31FD7BF46AA7}"/>
                </a:ext>
              </a:extLst>
            </p:cNvPr>
            <p:cNvSpPr/>
            <p:nvPr/>
          </p:nvSpPr>
          <p:spPr>
            <a:xfrm>
              <a:off x="79908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_k565">
              <a:extLst>
                <a:ext uri="{FF2B5EF4-FFF2-40B4-BE49-F238E27FC236}">
                  <a16:creationId xmlns:a16="http://schemas.microsoft.com/office/drawing/2014/main" id="{6A508D84-2791-4E2F-B9A3-ECEB92424939}"/>
                </a:ext>
              </a:extLst>
            </p:cNvPr>
            <p:cNvSpPr/>
            <p:nvPr/>
          </p:nvSpPr>
          <p:spPr>
            <a:xfrm>
              <a:off x="81991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_k566">
              <a:extLst>
                <a:ext uri="{FF2B5EF4-FFF2-40B4-BE49-F238E27FC236}">
                  <a16:creationId xmlns:a16="http://schemas.microsoft.com/office/drawing/2014/main" id="{F8E252C0-010B-4C61-A2C3-3C80DF1149AC}"/>
                </a:ext>
              </a:extLst>
            </p:cNvPr>
            <p:cNvSpPr/>
            <p:nvPr/>
          </p:nvSpPr>
          <p:spPr>
            <a:xfrm>
              <a:off x="84074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_k567">
              <a:extLst>
                <a:ext uri="{FF2B5EF4-FFF2-40B4-BE49-F238E27FC236}">
                  <a16:creationId xmlns:a16="http://schemas.microsoft.com/office/drawing/2014/main" id="{3A555C06-8ECB-40FC-84E9-EDACC1BEF9A5}"/>
                </a:ext>
              </a:extLst>
            </p:cNvPr>
            <p:cNvSpPr/>
            <p:nvPr/>
          </p:nvSpPr>
          <p:spPr>
            <a:xfrm>
              <a:off x="86156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_k568">
              <a:extLst>
                <a:ext uri="{FF2B5EF4-FFF2-40B4-BE49-F238E27FC236}">
                  <a16:creationId xmlns:a16="http://schemas.microsoft.com/office/drawing/2014/main" id="{5F216FE7-FB34-46C0-B288-01EB96C635A0}"/>
                </a:ext>
              </a:extLst>
            </p:cNvPr>
            <p:cNvSpPr/>
            <p:nvPr/>
          </p:nvSpPr>
          <p:spPr>
            <a:xfrm>
              <a:off x="88239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_k569">
              <a:extLst>
                <a:ext uri="{FF2B5EF4-FFF2-40B4-BE49-F238E27FC236}">
                  <a16:creationId xmlns:a16="http://schemas.microsoft.com/office/drawing/2014/main" id="{4046D722-DBF7-4953-81A7-0194ABC9A025}"/>
                </a:ext>
              </a:extLst>
            </p:cNvPr>
            <p:cNvSpPr/>
            <p:nvPr/>
          </p:nvSpPr>
          <p:spPr>
            <a:xfrm>
              <a:off x="90322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_k570">
              <a:extLst>
                <a:ext uri="{FF2B5EF4-FFF2-40B4-BE49-F238E27FC236}">
                  <a16:creationId xmlns:a16="http://schemas.microsoft.com/office/drawing/2014/main" id="{F4E8896C-1DAD-40F0-ABE5-21739B14A36C}"/>
                </a:ext>
              </a:extLst>
            </p:cNvPr>
            <p:cNvSpPr/>
            <p:nvPr/>
          </p:nvSpPr>
          <p:spPr>
            <a:xfrm>
              <a:off x="924052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_k571">
              <a:extLst>
                <a:ext uri="{FF2B5EF4-FFF2-40B4-BE49-F238E27FC236}">
                  <a16:creationId xmlns:a16="http://schemas.microsoft.com/office/drawing/2014/main" id="{4485FAA4-04C8-4AF0-976B-8BD3A9200751}"/>
                </a:ext>
              </a:extLst>
            </p:cNvPr>
            <p:cNvSpPr/>
            <p:nvPr/>
          </p:nvSpPr>
          <p:spPr>
            <a:xfrm>
              <a:off x="944880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_k572">
              <a:extLst>
                <a:ext uri="{FF2B5EF4-FFF2-40B4-BE49-F238E27FC236}">
                  <a16:creationId xmlns:a16="http://schemas.microsoft.com/office/drawing/2014/main" id="{693B476D-5160-4002-9682-AAED9757FDDD}"/>
                </a:ext>
              </a:extLst>
            </p:cNvPr>
            <p:cNvSpPr/>
            <p:nvPr/>
          </p:nvSpPr>
          <p:spPr>
            <a:xfrm>
              <a:off x="965708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_k573">
              <a:extLst>
                <a:ext uri="{FF2B5EF4-FFF2-40B4-BE49-F238E27FC236}">
                  <a16:creationId xmlns:a16="http://schemas.microsoft.com/office/drawing/2014/main" id="{C7F32394-7DAE-48FE-924E-323C3A15F9AF}"/>
                </a:ext>
              </a:extLst>
            </p:cNvPr>
            <p:cNvSpPr/>
            <p:nvPr/>
          </p:nvSpPr>
          <p:spPr>
            <a:xfrm>
              <a:off x="986536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_k574">
              <a:extLst>
                <a:ext uri="{FF2B5EF4-FFF2-40B4-BE49-F238E27FC236}">
                  <a16:creationId xmlns:a16="http://schemas.microsoft.com/office/drawing/2014/main" id="{B45BA085-5582-4312-82BE-FE050E8997AD}"/>
                </a:ext>
              </a:extLst>
            </p:cNvPr>
            <p:cNvSpPr/>
            <p:nvPr/>
          </p:nvSpPr>
          <p:spPr>
            <a:xfrm>
              <a:off x="10073640" y="83820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9" name="!!t29_bg_on">
            <a:extLst>
              <a:ext uri="{FF2B5EF4-FFF2-40B4-BE49-F238E27FC236}">
                <a16:creationId xmlns:a16="http://schemas.microsoft.com/office/drawing/2014/main" id="{4CE02E90-065B-4A8F-BE27-B6E96EB51804}"/>
              </a:ext>
            </a:extLst>
          </p:cNvPr>
          <p:cNvGrpSpPr/>
          <p:nvPr/>
        </p:nvGrpSpPr>
        <p:grpSpPr>
          <a:xfrm>
            <a:off x="3200400" y="9042400"/>
            <a:ext cx="7025640" cy="152400"/>
            <a:chOff x="3200400" y="9042400"/>
            <a:chExt cx="7025640" cy="152400"/>
          </a:xfrm>
        </p:grpSpPr>
        <p:sp>
          <p:nvSpPr>
            <p:cNvPr id="65" name="_k575">
              <a:extLst>
                <a:ext uri="{FF2B5EF4-FFF2-40B4-BE49-F238E27FC236}">
                  <a16:creationId xmlns:a16="http://schemas.microsoft.com/office/drawing/2014/main" id="{4CCD535A-E36B-4574-BC11-4376A4E06FB4}"/>
                </a:ext>
              </a:extLst>
            </p:cNvPr>
            <p:cNvSpPr/>
            <p:nvPr/>
          </p:nvSpPr>
          <p:spPr>
            <a:xfrm>
              <a:off x="32004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_k576">
              <a:extLst>
                <a:ext uri="{FF2B5EF4-FFF2-40B4-BE49-F238E27FC236}">
                  <a16:creationId xmlns:a16="http://schemas.microsoft.com/office/drawing/2014/main" id="{6FF9D161-61FA-458F-A4BD-B5224C9189A7}"/>
                </a:ext>
              </a:extLst>
            </p:cNvPr>
            <p:cNvSpPr/>
            <p:nvPr/>
          </p:nvSpPr>
          <p:spPr>
            <a:xfrm>
              <a:off x="34086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_k577">
              <a:extLst>
                <a:ext uri="{FF2B5EF4-FFF2-40B4-BE49-F238E27FC236}">
                  <a16:creationId xmlns:a16="http://schemas.microsoft.com/office/drawing/2014/main" id="{431541D1-1509-418F-B3E9-E8019510F596}"/>
                </a:ext>
              </a:extLst>
            </p:cNvPr>
            <p:cNvSpPr/>
            <p:nvPr/>
          </p:nvSpPr>
          <p:spPr>
            <a:xfrm>
              <a:off x="36169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_k578">
              <a:extLst>
                <a:ext uri="{FF2B5EF4-FFF2-40B4-BE49-F238E27FC236}">
                  <a16:creationId xmlns:a16="http://schemas.microsoft.com/office/drawing/2014/main" id="{922FA566-A146-4E86-9F95-FA38EE203DDC}"/>
                </a:ext>
              </a:extLst>
            </p:cNvPr>
            <p:cNvSpPr/>
            <p:nvPr/>
          </p:nvSpPr>
          <p:spPr>
            <a:xfrm>
              <a:off x="38252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_k579">
              <a:extLst>
                <a:ext uri="{FF2B5EF4-FFF2-40B4-BE49-F238E27FC236}">
                  <a16:creationId xmlns:a16="http://schemas.microsoft.com/office/drawing/2014/main" id="{2F010D5D-3651-40E8-AD3A-7C88DA769FB5}"/>
                </a:ext>
              </a:extLst>
            </p:cNvPr>
            <p:cNvSpPr/>
            <p:nvPr/>
          </p:nvSpPr>
          <p:spPr>
            <a:xfrm>
              <a:off x="40335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_k580">
              <a:extLst>
                <a:ext uri="{FF2B5EF4-FFF2-40B4-BE49-F238E27FC236}">
                  <a16:creationId xmlns:a16="http://schemas.microsoft.com/office/drawing/2014/main" id="{65C64D10-24EA-47BA-ABAE-956B02E3B7AA}"/>
                </a:ext>
              </a:extLst>
            </p:cNvPr>
            <p:cNvSpPr/>
            <p:nvPr/>
          </p:nvSpPr>
          <p:spPr>
            <a:xfrm>
              <a:off x="42418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_k581">
              <a:extLst>
                <a:ext uri="{FF2B5EF4-FFF2-40B4-BE49-F238E27FC236}">
                  <a16:creationId xmlns:a16="http://schemas.microsoft.com/office/drawing/2014/main" id="{FE99B01F-1002-44CC-85D3-9E0AE1966BDE}"/>
                </a:ext>
              </a:extLst>
            </p:cNvPr>
            <p:cNvSpPr/>
            <p:nvPr/>
          </p:nvSpPr>
          <p:spPr>
            <a:xfrm>
              <a:off x="44500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_k582">
              <a:extLst>
                <a:ext uri="{FF2B5EF4-FFF2-40B4-BE49-F238E27FC236}">
                  <a16:creationId xmlns:a16="http://schemas.microsoft.com/office/drawing/2014/main" id="{6A6C6764-6A78-4222-A693-78DD34E0876E}"/>
                </a:ext>
              </a:extLst>
            </p:cNvPr>
            <p:cNvSpPr/>
            <p:nvPr/>
          </p:nvSpPr>
          <p:spPr>
            <a:xfrm>
              <a:off x="46583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_k583">
              <a:extLst>
                <a:ext uri="{FF2B5EF4-FFF2-40B4-BE49-F238E27FC236}">
                  <a16:creationId xmlns:a16="http://schemas.microsoft.com/office/drawing/2014/main" id="{665D0E19-BD4F-40BB-87B2-3484A9499CBB}"/>
                </a:ext>
              </a:extLst>
            </p:cNvPr>
            <p:cNvSpPr/>
            <p:nvPr/>
          </p:nvSpPr>
          <p:spPr>
            <a:xfrm>
              <a:off x="48666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_k584">
              <a:extLst>
                <a:ext uri="{FF2B5EF4-FFF2-40B4-BE49-F238E27FC236}">
                  <a16:creationId xmlns:a16="http://schemas.microsoft.com/office/drawing/2014/main" id="{DF97FB1D-4E4F-43F7-AD90-D380A4D1BF25}"/>
                </a:ext>
              </a:extLst>
            </p:cNvPr>
            <p:cNvSpPr/>
            <p:nvPr/>
          </p:nvSpPr>
          <p:spPr>
            <a:xfrm>
              <a:off x="50749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_k585">
              <a:extLst>
                <a:ext uri="{FF2B5EF4-FFF2-40B4-BE49-F238E27FC236}">
                  <a16:creationId xmlns:a16="http://schemas.microsoft.com/office/drawing/2014/main" id="{D1309AE4-E7CA-4949-8264-6AEF361822F2}"/>
                </a:ext>
              </a:extLst>
            </p:cNvPr>
            <p:cNvSpPr/>
            <p:nvPr/>
          </p:nvSpPr>
          <p:spPr>
            <a:xfrm>
              <a:off x="52832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_k586">
              <a:extLst>
                <a:ext uri="{FF2B5EF4-FFF2-40B4-BE49-F238E27FC236}">
                  <a16:creationId xmlns:a16="http://schemas.microsoft.com/office/drawing/2014/main" id="{F9825FE0-7CE8-43E1-8AB6-1C04CC9A67E7}"/>
                </a:ext>
              </a:extLst>
            </p:cNvPr>
            <p:cNvSpPr/>
            <p:nvPr/>
          </p:nvSpPr>
          <p:spPr>
            <a:xfrm>
              <a:off x="54914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_k587">
              <a:extLst>
                <a:ext uri="{FF2B5EF4-FFF2-40B4-BE49-F238E27FC236}">
                  <a16:creationId xmlns:a16="http://schemas.microsoft.com/office/drawing/2014/main" id="{4B9B9C2F-364C-4653-8A56-141F799EC376}"/>
                </a:ext>
              </a:extLst>
            </p:cNvPr>
            <p:cNvSpPr/>
            <p:nvPr/>
          </p:nvSpPr>
          <p:spPr>
            <a:xfrm>
              <a:off x="56997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_k588">
              <a:extLst>
                <a:ext uri="{FF2B5EF4-FFF2-40B4-BE49-F238E27FC236}">
                  <a16:creationId xmlns:a16="http://schemas.microsoft.com/office/drawing/2014/main" id="{09C07940-72F1-4E02-9B57-7E442A3FC6B5}"/>
                </a:ext>
              </a:extLst>
            </p:cNvPr>
            <p:cNvSpPr/>
            <p:nvPr/>
          </p:nvSpPr>
          <p:spPr>
            <a:xfrm>
              <a:off x="59080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_k589">
              <a:extLst>
                <a:ext uri="{FF2B5EF4-FFF2-40B4-BE49-F238E27FC236}">
                  <a16:creationId xmlns:a16="http://schemas.microsoft.com/office/drawing/2014/main" id="{107D96A4-FA5A-471A-B9A2-D497EDB295E2}"/>
                </a:ext>
              </a:extLst>
            </p:cNvPr>
            <p:cNvSpPr/>
            <p:nvPr/>
          </p:nvSpPr>
          <p:spPr>
            <a:xfrm>
              <a:off x="61163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_k590">
              <a:extLst>
                <a:ext uri="{FF2B5EF4-FFF2-40B4-BE49-F238E27FC236}">
                  <a16:creationId xmlns:a16="http://schemas.microsoft.com/office/drawing/2014/main" id="{93985D71-637C-46C7-A84B-525C52C21000}"/>
                </a:ext>
              </a:extLst>
            </p:cNvPr>
            <p:cNvSpPr/>
            <p:nvPr/>
          </p:nvSpPr>
          <p:spPr>
            <a:xfrm>
              <a:off x="63246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_k591">
              <a:extLst>
                <a:ext uri="{FF2B5EF4-FFF2-40B4-BE49-F238E27FC236}">
                  <a16:creationId xmlns:a16="http://schemas.microsoft.com/office/drawing/2014/main" id="{ECB9ABCF-FC38-444F-B5B3-0BFD58AF3913}"/>
                </a:ext>
              </a:extLst>
            </p:cNvPr>
            <p:cNvSpPr/>
            <p:nvPr/>
          </p:nvSpPr>
          <p:spPr>
            <a:xfrm>
              <a:off x="65328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_k592">
              <a:extLst>
                <a:ext uri="{FF2B5EF4-FFF2-40B4-BE49-F238E27FC236}">
                  <a16:creationId xmlns:a16="http://schemas.microsoft.com/office/drawing/2014/main" id="{525EAC11-284B-4E29-B611-FD43364A6F5B}"/>
                </a:ext>
              </a:extLst>
            </p:cNvPr>
            <p:cNvSpPr/>
            <p:nvPr/>
          </p:nvSpPr>
          <p:spPr>
            <a:xfrm>
              <a:off x="67411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_k593">
              <a:extLst>
                <a:ext uri="{FF2B5EF4-FFF2-40B4-BE49-F238E27FC236}">
                  <a16:creationId xmlns:a16="http://schemas.microsoft.com/office/drawing/2014/main" id="{87A9D03E-9E2B-45A0-8E68-6ACAA90E025D}"/>
                </a:ext>
              </a:extLst>
            </p:cNvPr>
            <p:cNvSpPr/>
            <p:nvPr/>
          </p:nvSpPr>
          <p:spPr>
            <a:xfrm>
              <a:off x="69494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_k594">
              <a:extLst>
                <a:ext uri="{FF2B5EF4-FFF2-40B4-BE49-F238E27FC236}">
                  <a16:creationId xmlns:a16="http://schemas.microsoft.com/office/drawing/2014/main" id="{82B0D7C0-E685-40E6-90D8-51FF1361FD43}"/>
                </a:ext>
              </a:extLst>
            </p:cNvPr>
            <p:cNvSpPr/>
            <p:nvPr/>
          </p:nvSpPr>
          <p:spPr>
            <a:xfrm>
              <a:off x="71577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_k595">
              <a:extLst>
                <a:ext uri="{FF2B5EF4-FFF2-40B4-BE49-F238E27FC236}">
                  <a16:creationId xmlns:a16="http://schemas.microsoft.com/office/drawing/2014/main" id="{A713D2E9-F96B-4315-B6DD-B60F2B8CA7BA}"/>
                </a:ext>
              </a:extLst>
            </p:cNvPr>
            <p:cNvSpPr/>
            <p:nvPr/>
          </p:nvSpPr>
          <p:spPr>
            <a:xfrm>
              <a:off x="73660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_k596">
              <a:extLst>
                <a:ext uri="{FF2B5EF4-FFF2-40B4-BE49-F238E27FC236}">
                  <a16:creationId xmlns:a16="http://schemas.microsoft.com/office/drawing/2014/main" id="{78CDA223-E87E-4F73-B649-45322B7AC711}"/>
                </a:ext>
              </a:extLst>
            </p:cNvPr>
            <p:cNvSpPr/>
            <p:nvPr/>
          </p:nvSpPr>
          <p:spPr>
            <a:xfrm>
              <a:off x="75742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_k597">
              <a:extLst>
                <a:ext uri="{FF2B5EF4-FFF2-40B4-BE49-F238E27FC236}">
                  <a16:creationId xmlns:a16="http://schemas.microsoft.com/office/drawing/2014/main" id="{094F09D4-8E7D-4A04-9A23-54DEE19B93FA}"/>
                </a:ext>
              </a:extLst>
            </p:cNvPr>
            <p:cNvSpPr/>
            <p:nvPr/>
          </p:nvSpPr>
          <p:spPr>
            <a:xfrm>
              <a:off x="77825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_k598">
              <a:extLst>
                <a:ext uri="{FF2B5EF4-FFF2-40B4-BE49-F238E27FC236}">
                  <a16:creationId xmlns:a16="http://schemas.microsoft.com/office/drawing/2014/main" id="{9DC86CDF-3C06-4C2C-846D-EB33C73C6B19}"/>
                </a:ext>
              </a:extLst>
            </p:cNvPr>
            <p:cNvSpPr/>
            <p:nvPr/>
          </p:nvSpPr>
          <p:spPr>
            <a:xfrm>
              <a:off x="79908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_k599">
              <a:extLst>
                <a:ext uri="{FF2B5EF4-FFF2-40B4-BE49-F238E27FC236}">
                  <a16:creationId xmlns:a16="http://schemas.microsoft.com/office/drawing/2014/main" id="{F03C92D3-AACD-4A7F-BD3E-82F0110A9D05}"/>
                </a:ext>
              </a:extLst>
            </p:cNvPr>
            <p:cNvSpPr/>
            <p:nvPr/>
          </p:nvSpPr>
          <p:spPr>
            <a:xfrm>
              <a:off x="81991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_k600">
              <a:extLst>
                <a:ext uri="{FF2B5EF4-FFF2-40B4-BE49-F238E27FC236}">
                  <a16:creationId xmlns:a16="http://schemas.microsoft.com/office/drawing/2014/main" id="{3DE28A3B-B3B7-45D7-8EAA-63ACAE28F210}"/>
                </a:ext>
              </a:extLst>
            </p:cNvPr>
            <p:cNvSpPr/>
            <p:nvPr/>
          </p:nvSpPr>
          <p:spPr>
            <a:xfrm>
              <a:off x="84074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_k601">
              <a:extLst>
                <a:ext uri="{FF2B5EF4-FFF2-40B4-BE49-F238E27FC236}">
                  <a16:creationId xmlns:a16="http://schemas.microsoft.com/office/drawing/2014/main" id="{563525F8-BA7F-4BEA-8434-82F6C8030B55}"/>
                </a:ext>
              </a:extLst>
            </p:cNvPr>
            <p:cNvSpPr/>
            <p:nvPr/>
          </p:nvSpPr>
          <p:spPr>
            <a:xfrm>
              <a:off x="86156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_k602">
              <a:extLst>
                <a:ext uri="{FF2B5EF4-FFF2-40B4-BE49-F238E27FC236}">
                  <a16:creationId xmlns:a16="http://schemas.microsoft.com/office/drawing/2014/main" id="{16E1437E-5238-4102-9A15-A65BEE90D6D4}"/>
                </a:ext>
              </a:extLst>
            </p:cNvPr>
            <p:cNvSpPr/>
            <p:nvPr/>
          </p:nvSpPr>
          <p:spPr>
            <a:xfrm>
              <a:off x="88239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_k603">
              <a:extLst>
                <a:ext uri="{FF2B5EF4-FFF2-40B4-BE49-F238E27FC236}">
                  <a16:creationId xmlns:a16="http://schemas.microsoft.com/office/drawing/2014/main" id="{B463BCAC-3EAF-4005-8A3C-A145B76ABB4B}"/>
                </a:ext>
              </a:extLst>
            </p:cNvPr>
            <p:cNvSpPr/>
            <p:nvPr/>
          </p:nvSpPr>
          <p:spPr>
            <a:xfrm>
              <a:off x="90322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_k604">
              <a:extLst>
                <a:ext uri="{FF2B5EF4-FFF2-40B4-BE49-F238E27FC236}">
                  <a16:creationId xmlns:a16="http://schemas.microsoft.com/office/drawing/2014/main" id="{26743D42-453A-4EAB-8FED-515BBE870767}"/>
                </a:ext>
              </a:extLst>
            </p:cNvPr>
            <p:cNvSpPr/>
            <p:nvPr/>
          </p:nvSpPr>
          <p:spPr>
            <a:xfrm>
              <a:off x="924052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_k605">
              <a:extLst>
                <a:ext uri="{FF2B5EF4-FFF2-40B4-BE49-F238E27FC236}">
                  <a16:creationId xmlns:a16="http://schemas.microsoft.com/office/drawing/2014/main" id="{AB826F85-201A-4BAB-AFB8-30889FBC3F86}"/>
                </a:ext>
              </a:extLst>
            </p:cNvPr>
            <p:cNvSpPr/>
            <p:nvPr/>
          </p:nvSpPr>
          <p:spPr>
            <a:xfrm>
              <a:off x="944880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_k606">
              <a:extLst>
                <a:ext uri="{FF2B5EF4-FFF2-40B4-BE49-F238E27FC236}">
                  <a16:creationId xmlns:a16="http://schemas.microsoft.com/office/drawing/2014/main" id="{628E337A-3B64-409D-A94C-DB3CCF8FC259}"/>
                </a:ext>
              </a:extLst>
            </p:cNvPr>
            <p:cNvSpPr/>
            <p:nvPr/>
          </p:nvSpPr>
          <p:spPr>
            <a:xfrm>
              <a:off x="965708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_k607">
              <a:extLst>
                <a:ext uri="{FF2B5EF4-FFF2-40B4-BE49-F238E27FC236}">
                  <a16:creationId xmlns:a16="http://schemas.microsoft.com/office/drawing/2014/main" id="{4068C905-5E62-4E64-9F69-93D64FDB0265}"/>
                </a:ext>
              </a:extLst>
            </p:cNvPr>
            <p:cNvSpPr/>
            <p:nvPr/>
          </p:nvSpPr>
          <p:spPr>
            <a:xfrm>
              <a:off x="986536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_k608">
              <a:extLst>
                <a:ext uri="{FF2B5EF4-FFF2-40B4-BE49-F238E27FC236}">
                  <a16:creationId xmlns:a16="http://schemas.microsoft.com/office/drawing/2014/main" id="{E9D73B7F-3C05-4D08-A6A2-4647B1079E55}"/>
                </a:ext>
              </a:extLst>
            </p:cNvPr>
            <p:cNvSpPr/>
            <p:nvPr/>
          </p:nvSpPr>
          <p:spPr>
            <a:xfrm>
              <a:off x="10073640" y="9042400"/>
              <a:ext cx="152400" cy="152400"/>
            </a:xfrm>
            <a:prstGeom prst="ellipse">
              <a:avLst/>
            </a:prstGeom>
            <a:noFill/>
            <a:ln w="15875" cap="flat" cmpd="sng" algn="ctr">
              <a:solidFill>
                <a:srgbClr val="64708A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0" name="!!t29_off0">
            <a:extLst>
              <a:ext uri="{FF2B5EF4-FFF2-40B4-BE49-F238E27FC236}">
                <a16:creationId xmlns:a16="http://schemas.microsoft.com/office/drawing/2014/main" id="{CD84800A-B9CA-49D1-846B-20FD4F3F4660}"/>
              </a:ext>
            </a:extLst>
          </p:cNvPr>
          <p:cNvSpPr/>
          <p:nvPr/>
        </p:nvSpPr>
        <p:spPr>
          <a:xfrm>
            <a:off x="320040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!!t29_off1">
            <a:extLst>
              <a:ext uri="{FF2B5EF4-FFF2-40B4-BE49-F238E27FC236}">
                <a16:creationId xmlns:a16="http://schemas.microsoft.com/office/drawing/2014/main" id="{8EE9642D-B32C-408F-9910-422A0989DD2B}"/>
              </a:ext>
            </a:extLst>
          </p:cNvPr>
          <p:cNvSpPr/>
          <p:nvPr/>
        </p:nvSpPr>
        <p:spPr>
          <a:xfrm>
            <a:off x="340868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!!t29_off2">
            <a:extLst>
              <a:ext uri="{FF2B5EF4-FFF2-40B4-BE49-F238E27FC236}">
                <a16:creationId xmlns:a16="http://schemas.microsoft.com/office/drawing/2014/main" id="{CCBBFBEE-FE35-45FF-8645-69162E1A8337}"/>
              </a:ext>
            </a:extLst>
          </p:cNvPr>
          <p:cNvSpPr/>
          <p:nvPr/>
        </p:nvSpPr>
        <p:spPr>
          <a:xfrm>
            <a:off x="361696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!!t29_off3">
            <a:extLst>
              <a:ext uri="{FF2B5EF4-FFF2-40B4-BE49-F238E27FC236}">
                <a16:creationId xmlns:a16="http://schemas.microsoft.com/office/drawing/2014/main" id="{7793653E-400B-4BE9-A958-B50CFE0C5C80}"/>
              </a:ext>
            </a:extLst>
          </p:cNvPr>
          <p:cNvSpPr/>
          <p:nvPr/>
        </p:nvSpPr>
        <p:spPr>
          <a:xfrm>
            <a:off x="382524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!!t29_off4">
            <a:extLst>
              <a:ext uri="{FF2B5EF4-FFF2-40B4-BE49-F238E27FC236}">
                <a16:creationId xmlns:a16="http://schemas.microsoft.com/office/drawing/2014/main" id="{FE03AA6B-7A5D-4884-B9C8-9BEB85D669F5}"/>
              </a:ext>
            </a:extLst>
          </p:cNvPr>
          <p:cNvSpPr/>
          <p:nvPr/>
        </p:nvSpPr>
        <p:spPr>
          <a:xfrm>
            <a:off x="403352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!!t29_off5">
            <a:extLst>
              <a:ext uri="{FF2B5EF4-FFF2-40B4-BE49-F238E27FC236}">
                <a16:creationId xmlns:a16="http://schemas.microsoft.com/office/drawing/2014/main" id="{0C53F469-1743-47ED-9DE0-CA683EF3441C}"/>
              </a:ext>
            </a:extLst>
          </p:cNvPr>
          <p:cNvSpPr/>
          <p:nvPr/>
        </p:nvSpPr>
        <p:spPr>
          <a:xfrm>
            <a:off x="4241800" y="8382000"/>
            <a:ext cx="152400" cy="152400"/>
          </a:xfrm>
          <a:prstGeom prst="ellipse">
            <a:avLst/>
          </a:prstGeom>
          <a:solidFill>
            <a:srgbClr val="9AA1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!!t29_on0">
            <a:extLst>
              <a:ext uri="{FF2B5EF4-FFF2-40B4-BE49-F238E27FC236}">
                <a16:creationId xmlns:a16="http://schemas.microsoft.com/office/drawing/2014/main" id="{8780D593-5307-4A59-A806-BADC56E56CE7}"/>
              </a:ext>
            </a:extLst>
          </p:cNvPr>
          <p:cNvSpPr/>
          <p:nvPr/>
        </p:nvSpPr>
        <p:spPr>
          <a:xfrm>
            <a:off x="320040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!!t29_on1">
            <a:extLst>
              <a:ext uri="{FF2B5EF4-FFF2-40B4-BE49-F238E27FC236}">
                <a16:creationId xmlns:a16="http://schemas.microsoft.com/office/drawing/2014/main" id="{80184D75-1F61-41C1-BCB1-7199F375D296}"/>
              </a:ext>
            </a:extLst>
          </p:cNvPr>
          <p:cNvSpPr/>
          <p:nvPr/>
        </p:nvSpPr>
        <p:spPr>
          <a:xfrm>
            <a:off x="340868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!!t29_on2">
            <a:extLst>
              <a:ext uri="{FF2B5EF4-FFF2-40B4-BE49-F238E27FC236}">
                <a16:creationId xmlns:a16="http://schemas.microsoft.com/office/drawing/2014/main" id="{D1F25577-000F-41B6-B6C4-B0F1CDE9FBF6}"/>
              </a:ext>
            </a:extLst>
          </p:cNvPr>
          <p:cNvSpPr/>
          <p:nvPr/>
        </p:nvSpPr>
        <p:spPr>
          <a:xfrm>
            <a:off x="361696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!!t29_on3">
            <a:extLst>
              <a:ext uri="{FF2B5EF4-FFF2-40B4-BE49-F238E27FC236}">
                <a16:creationId xmlns:a16="http://schemas.microsoft.com/office/drawing/2014/main" id="{F118C56B-8C68-4AB4-9EFB-B5C0929583DE}"/>
              </a:ext>
            </a:extLst>
          </p:cNvPr>
          <p:cNvSpPr/>
          <p:nvPr/>
        </p:nvSpPr>
        <p:spPr>
          <a:xfrm>
            <a:off x="382524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!!t29_on4">
            <a:extLst>
              <a:ext uri="{FF2B5EF4-FFF2-40B4-BE49-F238E27FC236}">
                <a16:creationId xmlns:a16="http://schemas.microsoft.com/office/drawing/2014/main" id="{E7B09A61-24F2-4F23-BC86-DC8182923084}"/>
              </a:ext>
            </a:extLst>
          </p:cNvPr>
          <p:cNvSpPr/>
          <p:nvPr/>
        </p:nvSpPr>
        <p:spPr>
          <a:xfrm>
            <a:off x="403352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!!t29_on5">
            <a:extLst>
              <a:ext uri="{FF2B5EF4-FFF2-40B4-BE49-F238E27FC236}">
                <a16:creationId xmlns:a16="http://schemas.microsoft.com/office/drawing/2014/main" id="{D247F288-4C39-4E9D-83C8-F61F9DEFCDB5}"/>
              </a:ext>
            </a:extLst>
          </p:cNvPr>
          <p:cNvSpPr/>
          <p:nvPr/>
        </p:nvSpPr>
        <p:spPr>
          <a:xfrm>
            <a:off x="424180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!!t29_on6">
            <a:extLst>
              <a:ext uri="{FF2B5EF4-FFF2-40B4-BE49-F238E27FC236}">
                <a16:creationId xmlns:a16="http://schemas.microsoft.com/office/drawing/2014/main" id="{72E7A4CE-11C0-408F-A2DD-4447A7245D64}"/>
              </a:ext>
            </a:extLst>
          </p:cNvPr>
          <p:cNvSpPr/>
          <p:nvPr/>
        </p:nvSpPr>
        <p:spPr>
          <a:xfrm>
            <a:off x="445008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!!t29_on7">
            <a:extLst>
              <a:ext uri="{FF2B5EF4-FFF2-40B4-BE49-F238E27FC236}">
                <a16:creationId xmlns:a16="http://schemas.microsoft.com/office/drawing/2014/main" id="{D43B1FDC-E379-49A7-A3FC-44F0709E42B8}"/>
              </a:ext>
            </a:extLst>
          </p:cNvPr>
          <p:cNvSpPr/>
          <p:nvPr/>
        </p:nvSpPr>
        <p:spPr>
          <a:xfrm>
            <a:off x="465836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!!t29_on8">
            <a:extLst>
              <a:ext uri="{FF2B5EF4-FFF2-40B4-BE49-F238E27FC236}">
                <a16:creationId xmlns:a16="http://schemas.microsoft.com/office/drawing/2014/main" id="{41D14269-19AD-47E8-8E9B-3602815224F4}"/>
              </a:ext>
            </a:extLst>
          </p:cNvPr>
          <p:cNvSpPr/>
          <p:nvPr/>
        </p:nvSpPr>
        <p:spPr>
          <a:xfrm>
            <a:off x="486664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!!t29_on9">
            <a:extLst>
              <a:ext uri="{FF2B5EF4-FFF2-40B4-BE49-F238E27FC236}">
                <a16:creationId xmlns:a16="http://schemas.microsoft.com/office/drawing/2014/main" id="{D30C98CF-12D7-4173-AD15-532A077C6C2F}"/>
              </a:ext>
            </a:extLst>
          </p:cNvPr>
          <p:cNvSpPr/>
          <p:nvPr/>
        </p:nvSpPr>
        <p:spPr>
          <a:xfrm>
            <a:off x="507492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!!t29_on10">
            <a:extLst>
              <a:ext uri="{FF2B5EF4-FFF2-40B4-BE49-F238E27FC236}">
                <a16:creationId xmlns:a16="http://schemas.microsoft.com/office/drawing/2014/main" id="{F1A6BB46-C519-41DF-8F01-C0B349299C14}"/>
              </a:ext>
            </a:extLst>
          </p:cNvPr>
          <p:cNvSpPr/>
          <p:nvPr/>
        </p:nvSpPr>
        <p:spPr>
          <a:xfrm>
            <a:off x="528320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!!t29_on11">
            <a:extLst>
              <a:ext uri="{FF2B5EF4-FFF2-40B4-BE49-F238E27FC236}">
                <a16:creationId xmlns:a16="http://schemas.microsoft.com/office/drawing/2014/main" id="{B8F79496-5147-4050-AE65-D6B2C1F3E71A}"/>
              </a:ext>
            </a:extLst>
          </p:cNvPr>
          <p:cNvSpPr/>
          <p:nvPr/>
        </p:nvSpPr>
        <p:spPr>
          <a:xfrm>
            <a:off x="549148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!!t29_on12">
            <a:extLst>
              <a:ext uri="{FF2B5EF4-FFF2-40B4-BE49-F238E27FC236}">
                <a16:creationId xmlns:a16="http://schemas.microsoft.com/office/drawing/2014/main" id="{2F4FEACB-1666-4021-8955-8E039986B95F}"/>
              </a:ext>
            </a:extLst>
          </p:cNvPr>
          <p:cNvSpPr/>
          <p:nvPr/>
        </p:nvSpPr>
        <p:spPr>
          <a:xfrm>
            <a:off x="569976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!!t29_on13">
            <a:extLst>
              <a:ext uri="{FF2B5EF4-FFF2-40B4-BE49-F238E27FC236}">
                <a16:creationId xmlns:a16="http://schemas.microsoft.com/office/drawing/2014/main" id="{71DE391E-0DE7-41F4-8ED3-4FBDC167287D}"/>
              </a:ext>
            </a:extLst>
          </p:cNvPr>
          <p:cNvSpPr/>
          <p:nvPr/>
        </p:nvSpPr>
        <p:spPr>
          <a:xfrm>
            <a:off x="590804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!!t29_on14">
            <a:extLst>
              <a:ext uri="{FF2B5EF4-FFF2-40B4-BE49-F238E27FC236}">
                <a16:creationId xmlns:a16="http://schemas.microsoft.com/office/drawing/2014/main" id="{D233DA08-3CFA-436D-90BB-C39707DB01F1}"/>
              </a:ext>
            </a:extLst>
          </p:cNvPr>
          <p:cNvSpPr/>
          <p:nvPr/>
        </p:nvSpPr>
        <p:spPr>
          <a:xfrm>
            <a:off x="611632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!!t29_on15">
            <a:extLst>
              <a:ext uri="{FF2B5EF4-FFF2-40B4-BE49-F238E27FC236}">
                <a16:creationId xmlns:a16="http://schemas.microsoft.com/office/drawing/2014/main" id="{EFE0C60E-8B8F-4109-81EB-66981CB69454}"/>
              </a:ext>
            </a:extLst>
          </p:cNvPr>
          <p:cNvSpPr/>
          <p:nvPr/>
        </p:nvSpPr>
        <p:spPr>
          <a:xfrm>
            <a:off x="6324600" y="9042400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!!t29_n_off">
            <a:extLst>
              <a:ext uri="{FF2B5EF4-FFF2-40B4-BE49-F238E27FC236}">
                <a16:creationId xmlns:a16="http://schemas.microsoft.com/office/drawing/2014/main" id="{0287CE9D-1534-4449-910E-2731A5CC31AB}"/>
              </a:ext>
            </a:extLst>
          </p:cNvPr>
          <p:cNvSpPr txBox="1"/>
          <p:nvPr/>
        </p:nvSpPr>
        <p:spPr>
          <a:xfrm>
            <a:off x="10541000" y="8220790"/>
            <a:ext cx="1524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3400">
                <a:solidFill>
                  <a:srgbClr val="9AA1AB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6</a:t>
            </a:r>
            <a:r>
              <a:rPr lang="ko-KR" altLang="en-US" sz="3400">
                <a:solidFill>
                  <a:srgbClr val="9AA1AB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번</a:t>
            </a:r>
          </a:p>
        </p:txBody>
      </p:sp>
      <p:sp>
        <p:nvSpPr>
          <p:cNvPr id="123" name="!!t29_n_on">
            <a:extLst>
              <a:ext uri="{FF2B5EF4-FFF2-40B4-BE49-F238E27FC236}">
                <a16:creationId xmlns:a16="http://schemas.microsoft.com/office/drawing/2014/main" id="{10B23C2D-5521-4920-8CFE-2EED3C5A3637}"/>
              </a:ext>
            </a:extLst>
          </p:cNvPr>
          <p:cNvSpPr txBox="1"/>
          <p:nvPr/>
        </p:nvSpPr>
        <p:spPr>
          <a:xfrm>
            <a:off x="10541000" y="8881190"/>
            <a:ext cx="1524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3400" dirty="0">
                <a:solidFill>
                  <a:srgbClr val="5B8DE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22</a:t>
            </a:r>
            <a:r>
              <a:rPr lang="ko-KR" altLang="en-US" sz="3400" dirty="0">
                <a:solidFill>
                  <a:srgbClr val="5B8DE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번</a:t>
            </a:r>
          </a:p>
        </p:txBody>
      </p:sp>
      <p:sp>
        <p:nvSpPr>
          <p:cNvPr id="125" name="!!t29_on16">
            <a:extLst>
              <a:ext uri="{FF2B5EF4-FFF2-40B4-BE49-F238E27FC236}">
                <a16:creationId xmlns:a16="http://schemas.microsoft.com/office/drawing/2014/main" id="{72750D65-13F4-4F20-AFC6-5B5D822E9013}"/>
              </a:ext>
            </a:extLst>
          </p:cNvPr>
          <p:cNvSpPr/>
          <p:nvPr/>
        </p:nvSpPr>
        <p:spPr>
          <a:xfrm>
            <a:off x="6532959" y="9043191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!!t29_on17">
            <a:extLst>
              <a:ext uri="{FF2B5EF4-FFF2-40B4-BE49-F238E27FC236}">
                <a16:creationId xmlns:a16="http://schemas.microsoft.com/office/drawing/2014/main" id="{0D85557A-5FF7-42E3-9F32-3EEFC1729FEC}"/>
              </a:ext>
            </a:extLst>
          </p:cNvPr>
          <p:cNvSpPr/>
          <p:nvPr/>
        </p:nvSpPr>
        <p:spPr>
          <a:xfrm>
            <a:off x="6741322" y="9045566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!!t29_on18">
            <a:extLst>
              <a:ext uri="{FF2B5EF4-FFF2-40B4-BE49-F238E27FC236}">
                <a16:creationId xmlns:a16="http://schemas.microsoft.com/office/drawing/2014/main" id="{B33679FE-3A12-445C-8309-1A41DC9EB5A2}"/>
              </a:ext>
            </a:extLst>
          </p:cNvPr>
          <p:cNvSpPr/>
          <p:nvPr/>
        </p:nvSpPr>
        <p:spPr>
          <a:xfrm>
            <a:off x="6952066" y="9043183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!!t29_on19">
            <a:extLst>
              <a:ext uri="{FF2B5EF4-FFF2-40B4-BE49-F238E27FC236}">
                <a16:creationId xmlns:a16="http://schemas.microsoft.com/office/drawing/2014/main" id="{4551EC48-2B9C-44EF-A973-C6275E1D92D3}"/>
              </a:ext>
            </a:extLst>
          </p:cNvPr>
          <p:cNvSpPr/>
          <p:nvPr/>
        </p:nvSpPr>
        <p:spPr>
          <a:xfrm>
            <a:off x="7158036" y="9041526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!!t29_on20">
            <a:extLst>
              <a:ext uri="{FF2B5EF4-FFF2-40B4-BE49-F238E27FC236}">
                <a16:creationId xmlns:a16="http://schemas.microsoft.com/office/drawing/2014/main" id="{3B65ADF3-389C-4419-B294-253A6B3E04DA}"/>
              </a:ext>
            </a:extLst>
          </p:cNvPr>
          <p:cNvSpPr/>
          <p:nvPr/>
        </p:nvSpPr>
        <p:spPr>
          <a:xfrm>
            <a:off x="7367865" y="9043307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!!t29_on21">
            <a:extLst>
              <a:ext uri="{FF2B5EF4-FFF2-40B4-BE49-F238E27FC236}">
                <a16:creationId xmlns:a16="http://schemas.microsoft.com/office/drawing/2014/main" id="{88F0759B-7239-49BC-92E0-7FF8B7B9D32A}"/>
              </a:ext>
            </a:extLst>
          </p:cNvPr>
          <p:cNvSpPr/>
          <p:nvPr/>
        </p:nvSpPr>
        <p:spPr>
          <a:xfrm>
            <a:off x="7576230" y="9043302"/>
            <a:ext cx="152400" cy="152400"/>
          </a:xfrm>
          <a:prstGeom prst="ellipse">
            <a:avLst/>
          </a:prstGeom>
          <a:solidFill>
            <a:srgbClr val="5B8D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9624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0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12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27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8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8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32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1" animBg="1"/>
      <p:bldP spid="14" grpId="0" animBg="1"/>
      <p:bldP spid="14" grpId="1" animBg="1"/>
      <p:bldP spid="16" grpId="0" animBg="1"/>
      <p:bldP spid="18" grpId="0"/>
      <p:bldP spid="19" grpId="0" animBg="1"/>
      <p:bldP spid="27" grpId="0" animBg="1"/>
      <p:bldP spid="5" grpId="0"/>
      <p:bldP spid="15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/>
      <p:bldP spid="123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68B74-8327-4EB0-AD5D-A44EF76BA14C}"/>
              </a:ext>
            </a:extLst>
          </p:cNvPr>
          <p:cNvSpPr txBox="1"/>
          <p:nvPr/>
        </p:nvSpPr>
        <p:spPr>
          <a:xfrm>
            <a:off x="914400" y="739974"/>
            <a:ext cx="10972800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 및 구현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CBDB88-13A0-42DF-B936-6908D78D6A0A}"/>
              </a:ext>
            </a:extLst>
          </p:cNvPr>
          <p:cNvSpPr/>
          <p:nvPr/>
        </p:nvSpPr>
        <p:spPr>
          <a:xfrm>
            <a:off x="5105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8" name="카드 동작 구조"/>
          <p:cNvSpPr/>
          <p:nvPr/>
        </p:nvSpPr>
        <p:spPr>
          <a:xfrm>
            <a:off x="914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EDBA16-84A5-46A1-8A79-B918E3B7D838}"/>
              </a:ext>
            </a:extLst>
          </p:cNvPr>
          <p:cNvCxnSpPr/>
          <p:nvPr/>
        </p:nvCxnSpPr>
        <p:spPr>
          <a:xfrm>
            <a:off x="5651500" y="4724400"/>
            <a:ext cx="2794000" cy="0"/>
          </a:xfrm>
          <a:prstGeom prst="line">
            <a:avLst/>
          </a:prstGeom>
          <a:ln w="15240">
            <a:solidFill>
              <a:srgbClr val="E6E9E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B46E3F3-69DB-4913-B829-CBD1F32A28F2}"/>
              </a:ext>
            </a:extLst>
          </p:cNvPr>
          <p:cNvSpPr/>
          <p:nvPr/>
        </p:nvSpPr>
        <p:spPr>
          <a:xfrm>
            <a:off x="5651500" y="4114800"/>
            <a:ext cx="2794001" cy="866141"/>
          </a:xfrm>
          <a:custGeom>
            <a:avLst/>
            <a:gdLst/>
            <a:ahLst/>
            <a:cxnLst/>
            <a:rect l="0" t="0" r="0" b="0"/>
            <a:pathLst>
              <a:path w="2794001" h="866141">
                <a:moveTo>
                  <a:pt x="0" y="111760"/>
                </a:moveTo>
                <a:lnTo>
                  <a:pt x="399143" y="0"/>
                </a:lnTo>
                <a:lnTo>
                  <a:pt x="798286" y="223520"/>
                </a:lnTo>
                <a:lnTo>
                  <a:pt x="1197428" y="139700"/>
                </a:lnTo>
                <a:lnTo>
                  <a:pt x="1596572" y="474980"/>
                </a:lnTo>
                <a:lnTo>
                  <a:pt x="1995714" y="642620"/>
                </a:lnTo>
                <a:lnTo>
                  <a:pt x="2394857" y="866140"/>
                </a:lnTo>
                <a:lnTo>
                  <a:pt x="2794000" y="69850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F332A-9F17-4158-98CC-AB9E5C7370B3}"/>
              </a:ext>
            </a:extLst>
          </p:cNvPr>
          <p:cNvSpPr txBox="1"/>
          <p:nvPr/>
        </p:nvSpPr>
        <p:spPr>
          <a:xfrm>
            <a:off x="5105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00E6AB-7686-409B-AFE5-64D620366603}"/>
              </a:ext>
            </a:extLst>
          </p:cNvPr>
          <p:cNvSpPr/>
          <p:nvPr/>
        </p:nvSpPr>
        <p:spPr>
          <a:xfrm>
            <a:off x="9296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B15FB0F-3B7D-4548-B292-6B538DDBD2E0}"/>
              </a:ext>
            </a:extLst>
          </p:cNvPr>
          <p:cNvSpPr/>
          <p:nvPr/>
        </p:nvSpPr>
        <p:spPr>
          <a:xfrm>
            <a:off x="9842500" y="4505960"/>
            <a:ext cx="1397001" cy="55881"/>
          </a:xfrm>
          <a:custGeom>
            <a:avLst/>
            <a:gdLst/>
            <a:ahLst/>
            <a:cxnLst/>
            <a:rect l="0" t="0" r="0" b="0"/>
            <a:pathLst>
              <a:path w="1397001" h="55881">
                <a:moveTo>
                  <a:pt x="0" y="27940"/>
                </a:moveTo>
                <a:lnTo>
                  <a:pt x="465667" y="0"/>
                </a:lnTo>
                <a:lnTo>
                  <a:pt x="931333" y="55880"/>
                </a:lnTo>
                <a:lnTo>
                  <a:pt x="1397000" y="27940"/>
                </a:lnTo>
              </a:path>
            </a:pathLst>
          </a:custGeom>
          <a:ln w="44450">
            <a:solidFill>
              <a:srgbClr val="6670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68FF4C8-4143-46E1-A133-6E2A6E74BA49}"/>
              </a:ext>
            </a:extLst>
          </p:cNvPr>
          <p:cNvSpPr/>
          <p:nvPr/>
        </p:nvSpPr>
        <p:spPr>
          <a:xfrm>
            <a:off x="11239500" y="3947160"/>
            <a:ext cx="1397001" cy="586741"/>
          </a:xfrm>
          <a:custGeom>
            <a:avLst/>
            <a:gdLst/>
            <a:ahLst/>
            <a:cxnLst/>
            <a:rect l="0" t="0" r="0" b="0"/>
            <a:pathLst>
              <a:path w="1397001" h="586741">
                <a:moveTo>
                  <a:pt x="0" y="586740"/>
                </a:moveTo>
                <a:lnTo>
                  <a:pt x="465667" y="363220"/>
                </a:lnTo>
                <a:lnTo>
                  <a:pt x="931333" y="195580"/>
                </a:lnTo>
                <a:lnTo>
                  <a:pt x="1397000" y="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CDD9A1E-CDFF-4E03-8A64-C08FC5E145D2}"/>
              </a:ext>
            </a:extLst>
          </p:cNvPr>
          <p:cNvSpPr/>
          <p:nvPr/>
        </p:nvSpPr>
        <p:spPr>
          <a:xfrm>
            <a:off x="11239500" y="4533900"/>
            <a:ext cx="1397001" cy="558801"/>
          </a:xfrm>
          <a:custGeom>
            <a:avLst/>
            <a:gdLst/>
            <a:ahLst/>
            <a:cxnLst/>
            <a:rect l="0" t="0" r="0" b="0"/>
            <a:pathLst>
              <a:path w="1397001" h="558801">
                <a:moveTo>
                  <a:pt x="0" y="0"/>
                </a:moveTo>
                <a:lnTo>
                  <a:pt x="465667" y="195580"/>
                </a:lnTo>
                <a:lnTo>
                  <a:pt x="931333" y="391160"/>
                </a:lnTo>
                <a:lnTo>
                  <a:pt x="1397000" y="558800"/>
                </a:lnTo>
              </a:path>
            </a:pathLst>
          </a:custGeom>
          <a:ln w="44450">
            <a:solidFill>
              <a:srgbClr val="A070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A3B9D-B958-42EF-845B-D5934A408C0B}"/>
              </a:ext>
            </a:extLst>
          </p:cNvPr>
          <p:cNvSpPr txBox="1"/>
          <p:nvPr/>
        </p:nvSpPr>
        <p:spPr>
          <a:xfrm>
            <a:off x="9296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시나리오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3D3F5D-8DB1-4FF4-9FE0-90E340160F20}"/>
              </a:ext>
            </a:extLst>
          </p:cNvPr>
          <p:cNvSpPr/>
          <p:nvPr/>
        </p:nvSpPr>
        <p:spPr>
          <a:xfrm>
            <a:off x="13487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EDBE63-E11D-41D4-9908-61D74F57E758}"/>
              </a:ext>
            </a:extLst>
          </p:cNvPr>
          <p:cNvSpPr/>
          <p:nvPr/>
        </p:nvSpPr>
        <p:spPr>
          <a:xfrm>
            <a:off x="14566900" y="3759200"/>
            <a:ext cx="1727200" cy="1574800"/>
          </a:xfrm>
          <a:prstGeom prst="roundRect">
            <a:avLst>
              <a:gd name="adj" fmla="val 8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80A744-D767-4B05-9FF0-9B6200E4004D}"/>
              </a:ext>
            </a:extLst>
          </p:cNvPr>
          <p:cNvCxnSpPr/>
          <p:nvPr/>
        </p:nvCxnSpPr>
        <p:spPr>
          <a:xfrm>
            <a:off x="14871700" y="4140200"/>
            <a:ext cx="1117600" cy="0"/>
          </a:xfrm>
          <a:prstGeom prst="line">
            <a:avLst/>
          </a:prstGeom>
          <a:ln w="3810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B9192D-C749-4ED8-BD88-7A20643B36DE}"/>
              </a:ext>
            </a:extLst>
          </p:cNvPr>
          <p:cNvCxnSpPr/>
          <p:nvPr/>
        </p:nvCxnSpPr>
        <p:spPr>
          <a:xfrm>
            <a:off x="14871700" y="4470400"/>
            <a:ext cx="8128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938B5A-A767-40EC-A3C4-6FB549D516BA}"/>
              </a:ext>
            </a:extLst>
          </p:cNvPr>
          <p:cNvCxnSpPr/>
          <p:nvPr/>
        </p:nvCxnSpPr>
        <p:spPr>
          <a:xfrm>
            <a:off x="14871700" y="4800600"/>
            <a:ext cx="10160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8BAC25-25D0-409C-8104-4EB05001604C}"/>
              </a:ext>
            </a:extLst>
          </p:cNvPr>
          <p:cNvCxnSpPr/>
          <p:nvPr/>
        </p:nvCxnSpPr>
        <p:spPr>
          <a:xfrm>
            <a:off x="14871700" y="5130800"/>
            <a:ext cx="6096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573031-A3CD-4781-9287-BF80FA7A5887}"/>
              </a:ext>
            </a:extLst>
          </p:cNvPr>
          <p:cNvSpPr txBox="1"/>
          <p:nvPr/>
        </p:nvSpPr>
        <p:spPr>
          <a:xfrm>
            <a:off x="13487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 작성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AEC1B5A-E76F-4191-B2B8-A03BCCD9C7D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밑줄">
            <a:extLst>
              <a:ext uri="{FF2B5EF4-FFF2-40B4-BE49-F238E27FC236}">
                <a16:creationId xmlns:a16="http://schemas.microsoft.com/office/drawing/2014/main" id="{13D04FB0-643D-46C5-BAAC-8265972B936D}"/>
              </a:ext>
            </a:extLst>
          </p:cNvPr>
          <p:cNvCxnSpPr/>
          <p:nvPr/>
        </p:nvCxnSpPr>
        <p:spPr>
          <a:xfrm>
            <a:off x="9238000" y="7208874"/>
            <a:ext cx="4003000" cy="0"/>
          </a:xfrm>
          <a:prstGeom prst="line">
            <a:avLst/>
          </a:prstGeom>
          <a:ln w="69850">
            <a:solidFill>
              <a:srgbClr val="3565D8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이름 동작 구조"/>
          <p:cNvSpPr txBox="1"/>
          <p:nvPr/>
        </p:nvSpPr>
        <p:spPr>
          <a:xfrm>
            <a:off x="914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</a:t>
            </a:r>
          </a:p>
        </p:txBody>
      </p:sp>
      <p:sp>
        <p:nvSpPr>
          <p:cNvPr id="30" name="흐름 1"/>
          <p:cNvSpPr/>
          <p:nvPr/>
        </p:nvSpPr>
        <p:spPr>
          <a:xfrm>
            <a:off x="14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흐름 화살표 1"/>
          <p:cNvCxnSpPr/>
          <p:nvPr/>
        </p:nvCxnSpPr>
        <p:spPr>
          <a:xfrm>
            <a:off x="21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흐름 2"/>
          <p:cNvSpPr/>
          <p:nvPr/>
        </p:nvSpPr>
        <p:spPr>
          <a:xfrm>
            <a:off x="25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흐름 화살표 2"/>
          <p:cNvCxnSpPr/>
          <p:nvPr/>
        </p:nvCxnSpPr>
        <p:spPr>
          <a:xfrm>
            <a:off x="32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흐름 3"/>
          <p:cNvSpPr/>
          <p:nvPr/>
        </p:nvSpPr>
        <p:spPr>
          <a:xfrm>
            <a:off x="36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5572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c0"/>
          <p:cNvSpPr/>
          <p:nvPr/>
        </p:nvSpPr>
        <p:spPr>
          <a:xfrm>
            <a:off x="914400" y="310896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!!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3547872"/>
            <a:ext cx="1691640" cy="1691640"/>
          </a:xfrm>
          <a:prstGeom prst="rect">
            <a:avLst/>
          </a:prstGeom>
        </p:spPr>
      </p:pic>
      <p:sp>
        <p:nvSpPr>
          <p:cNvPr id="7" name="!!l0"/>
          <p:cNvSpPr txBox="1"/>
          <p:nvPr/>
        </p:nvSpPr>
        <p:spPr>
          <a:xfrm>
            <a:off x="914400" y="532180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정산 지연</a:t>
            </a:r>
          </a:p>
        </p:txBody>
      </p:sp>
      <p:sp>
        <p:nvSpPr>
          <p:cNvPr id="8" name="!!c1"/>
          <p:cNvSpPr/>
          <p:nvPr/>
        </p:nvSpPr>
        <p:spPr>
          <a:xfrm>
            <a:off x="5212080" y="310896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!!i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547872"/>
            <a:ext cx="1691640" cy="1691640"/>
          </a:xfrm>
          <a:prstGeom prst="rect">
            <a:avLst/>
          </a:prstGeom>
        </p:spPr>
      </p:pic>
      <p:sp>
        <p:nvSpPr>
          <p:cNvPr id="10" name="!!l1"/>
          <p:cNvSpPr txBox="1"/>
          <p:nvPr/>
        </p:nvSpPr>
        <p:spPr>
          <a:xfrm>
            <a:off x="5212080" y="532180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입금 감소</a:t>
            </a:r>
          </a:p>
        </p:txBody>
      </p:sp>
      <p:sp>
        <p:nvSpPr>
          <p:cNvPr id="11" name="!!c2"/>
          <p:cNvSpPr/>
          <p:nvPr/>
        </p:nvSpPr>
        <p:spPr>
          <a:xfrm>
            <a:off x="9509760" y="310896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!!i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180" y="3547872"/>
            <a:ext cx="1691640" cy="1691640"/>
          </a:xfrm>
          <a:prstGeom prst="rect">
            <a:avLst/>
          </a:prstGeom>
        </p:spPr>
      </p:pic>
      <p:sp>
        <p:nvSpPr>
          <p:cNvPr id="13" name="!!l2"/>
          <p:cNvSpPr txBox="1"/>
          <p:nvPr/>
        </p:nvSpPr>
        <p:spPr>
          <a:xfrm>
            <a:off x="9509760" y="532180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추가 지출</a:t>
            </a:r>
          </a:p>
        </p:txBody>
      </p:sp>
      <p:sp>
        <p:nvSpPr>
          <p:cNvPr id="14" name="!!c3"/>
          <p:cNvSpPr/>
          <p:nvPr/>
        </p:nvSpPr>
        <p:spPr>
          <a:xfrm>
            <a:off x="13807440" y="310896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!!i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1860" y="3547872"/>
            <a:ext cx="1691640" cy="1691640"/>
          </a:xfrm>
          <a:prstGeom prst="rect">
            <a:avLst/>
          </a:prstGeom>
        </p:spPr>
      </p:pic>
      <p:sp>
        <p:nvSpPr>
          <p:cNvPr id="16" name="!!l3"/>
          <p:cNvSpPr txBox="1"/>
          <p:nvPr/>
        </p:nvSpPr>
        <p:spPr>
          <a:xfrm>
            <a:off x="13807440" y="532180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추가 입금</a:t>
            </a:r>
          </a:p>
        </p:txBody>
      </p:sp>
      <p:sp>
        <p:nvSpPr>
          <p:cNvPr id="17" name="!!c4"/>
          <p:cNvSpPr/>
          <p:nvPr/>
        </p:nvSpPr>
        <p:spPr>
          <a:xfrm>
            <a:off x="914400" y="640080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!!i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8820" y="6839712"/>
            <a:ext cx="1691640" cy="1691640"/>
          </a:xfrm>
          <a:prstGeom prst="rect">
            <a:avLst/>
          </a:prstGeom>
        </p:spPr>
      </p:pic>
      <p:sp>
        <p:nvSpPr>
          <p:cNvPr id="19" name="!!l4"/>
          <p:cNvSpPr txBox="1"/>
          <p:nvPr/>
        </p:nvSpPr>
        <p:spPr>
          <a:xfrm>
            <a:off x="914400" y="861364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지출일 변경</a:t>
            </a:r>
          </a:p>
        </p:txBody>
      </p:sp>
      <p:sp>
        <p:nvSpPr>
          <p:cNvPr id="20" name="!!c5"/>
          <p:cNvSpPr/>
          <p:nvPr/>
        </p:nvSpPr>
        <p:spPr>
          <a:xfrm>
            <a:off x="5212080" y="640080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1" name="!!i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6839712"/>
            <a:ext cx="1691640" cy="1691640"/>
          </a:xfrm>
          <a:prstGeom prst="rect">
            <a:avLst/>
          </a:prstGeom>
        </p:spPr>
      </p:pic>
      <p:sp>
        <p:nvSpPr>
          <p:cNvPr id="22" name="!!l5"/>
          <p:cNvSpPr txBox="1"/>
          <p:nvPr/>
        </p:nvSpPr>
        <p:spPr>
          <a:xfrm>
            <a:off x="5212080" y="861364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매출 변화</a:t>
            </a:r>
          </a:p>
        </p:txBody>
      </p:sp>
      <p:sp>
        <p:nvSpPr>
          <p:cNvPr id="23" name="!!c6"/>
          <p:cNvSpPr/>
          <p:nvPr/>
        </p:nvSpPr>
        <p:spPr>
          <a:xfrm>
            <a:off x="9509760" y="640080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4" name="!!i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4180" y="6839712"/>
            <a:ext cx="1691640" cy="1691640"/>
          </a:xfrm>
          <a:prstGeom prst="rect">
            <a:avLst/>
          </a:prstGeom>
        </p:spPr>
      </p:pic>
      <p:sp>
        <p:nvSpPr>
          <p:cNvPr id="25" name="!!l6"/>
          <p:cNvSpPr txBox="1"/>
          <p:nvPr/>
        </p:nvSpPr>
        <p:spPr>
          <a:xfrm>
            <a:off x="9509760" y="861364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상품별 매출</a:t>
            </a:r>
          </a:p>
        </p:txBody>
      </p:sp>
      <p:sp>
        <p:nvSpPr>
          <p:cNvPr id="26" name="!!c7"/>
          <p:cNvSpPr/>
          <p:nvPr/>
        </p:nvSpPr>
        <p:spPr>
          <a:xfrm>
            <a:off x="13807440" y="6400800"/>
            <a:ext cx="3840480" cy="283464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!!i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81860" y="6839712"/>
            <a:ext cx="1691640" cy="1691640"/>
          </a:xfrm>
          <a:prstGeom prst="rect">
            <a:avLst/>
          </a:prstGeom>
        </p:spPr>
      </p:pic>
      <p:sp>
        <p:nvSpPr>
          <p:cNvPr id="28" name="!!l7"/>
          <p:cNvSpPr txBox="1"/>
          <p:nvPr/>
        </p:nvSpPr>
        <p:spPr>
          <a:xfrm>
            <a:off x="13807440" y="8613648"/>
            <a:ext cx="384048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7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대출 실행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상품별 매출</a:t>
            </a:r>
          </a:p>
        </p:txBody>
      </p:sp>
      <p:sp>
        <p:nvSpPr>
          <p:cNvPr id="12" name="!!cap"/>
          <p:cNvSpPr txBox="1"/>
          <p:nvPr/>
        </p:nvSpPr>
        <p:spPr>
          <a:xfrm>
            <a:off x="1316736" y="3758184"/>
            <a:ext cx="73152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9월 예정 거래 · 입금 5건, 임대료 1건</a:t>
            </a:r>
          </a:p>
        </p:txBody>
      </p:sp>
      <p:cxnSp>
        <p:nvCxnSpPr>
          <p:cNvPr id="13" name="!!tline"/>
          <p:cNvCxnSpPr/>
          <p:nvPr/>
        </p:nvCxnSpPr>
        <p:spPr>
          <a:xfrm>
            <a:off x="1645920" y="6775704"/>
            <a:ext cx="10789920" cy="0"/>
          </a:xfrm>
          <a:prstGeom prst="line">
            <a:avLst/>
          </a:prstGeom>
          <a:ln w="12700">
            <a:solidFill>
              <a:srgbClr val="BCC4D0"/>
            </a:solidFill>
          </a:ln>
        </p:spPr>
      </p:cxnSp>
      <p:sp>
        <p:nvSpPr>
          <p:cNvPr id="14" name="!!dep0"/>
          <p:cNvSpPr/>
          <p:nvPr/>
        </p:nvSpPr>
        <p:spPr>
          <a:xfrm>
            <a:off x="1847719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dept0"/>
          <p:cNvSpPr txBox="1"/>
          <p:nvPr/>
        </p:nvSpPr>
        <p:spPr>
          <a:xfrm>
            <a:off x="1847719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105만</a:t>
            </a:r>
          </a:p>
        </p:txBody>
      </p:sp>
      <p:cxnSp>
        <p:nvCxnSpPr>
          <p:cNvPr id="16" name="!!stem0"/>
          <p:cNvCxnSpPr/>
          <p:nvPr/>
        </p:nvCxnSpPr>
        <p:spPr>
          <a:xfrm>
            <a:off x="2762119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17" name="!!dep1"/>
          <p:cNvSpPr/>
          <p:nvPr/>
        </p:nvSpPr>
        <p:spPr>
          <a:xfrm>
            <a:off x="4080116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!!dept1"/>
          <p:cNvSpPr txBox="1"/>
          <p:nvPr/>
        </p:nvSpPr>
        <p:spPr>
          <a:xfrm>
            <a:off x="4080116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120만</a:t>
            </a:r>
          </a:p>
        </p:txBody>
      </p:sp>
      <p:cxnSp>
        <p:nvCxnSpPr>
          <p:cNvPr id="19" name="!!stem1"/>
          <p:cNvCxnSpPr/>
          <p:nvPr/>
        </p:nvCxnSpPr>
        <p:spPr>
          <a:xfrm>
            <a:off x="4994516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0" name="!!dep2"/>
          <p:cNvSpPr/>
          <p:nvPr/>
        </p:nvSpPr>
        <p:spPr>
          <a:xfrm>
            <a:off x="6312513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dept2"/>
          <p:cNvSpPr txBox="1"/>
          <p:nvPr/>
        </p:nvSpPr>
        <p:spPr>
          <a:xfrm>
            <a:off x="6312513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95만</a:t>
            </a:r>
          </a:p>
        </p:txBody>
      </p:sp>
      <p:cxnSp>
        <p:nvCxnSpPr>
          <p:cNvPr id="22" name="!!stem2"/>
          <p:cNvCxnSpPr/>
          <p:nvPr/>
        </p:nvCxnSpPr>
        <p:spPr>
          <a:xfrm>
            <a:off x="7226913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3" name="!!dep3"/>
          <p:cNvSpPr/>
          <p:nvPr/>
        </p:nvSpPr>
        <p:spPr>
          <a:xfrm>
            <a:off x="8544910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dept3"/>
          <p:cNvSpPr txBox="1"/>
          <p:nvPr/>
        </p:nvSpPr>
        <p:spPr>
          <a:xfrm>
            <a:off x="8544910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130만</a:t>
            </a:r>
          </a:p>
        </p:txBody>
      </p:sp>
      <p:cxnSp>
        <p:nvCxnSpPr>
          <p:cNvPr id="25" name="!!stem3"/>
          <p:cNvCxnSpPr/>
          <p:nvPr/>
        </p:nvCxnSpPr>
        <p:spPr>
          <a:xfrm>
            <a:off x="9459310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6" name="!!dep4"/>
          <p:cNvSpPr/>
          <p:nvPr/>
        </p:nvSpPr>
        <p:spPr>
          <a:xfrm>
            <a:off x="11149374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dept4"/>
          <p:cNvSpPr txBox="1"/>
          <p:nvPr/>
        </p:nvSpPr>
        <p:spPr>
          <a:xfrm>
            <a:off x="11149374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110만</a:t>
            </a:r>
          </a:p>
        </p:txBody>
      </p:sp>
      <p:cxnSp>
        <p:nvCxnSpPr>
          <p:cNvPr id="28" name="!!stem4"/>
          <p:cNvCxnSpPr/>
          <p:nvPr/>
        </p:nvCxnSpPr>
        <p:spPr>
          <a:xfrm>
            <a:off x="12063774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cxnSp>
        <p:nvCxnSpPr>
          <p:cNvPr id="29" name="!!expstem"/>
          <p:cNvCxnSpPr/>
          <p:nvPr/>
        </p:nvCxnSpPr>
        <p:spPr>
          <a:xfrm>
            <a:off x="7971046" y="6775704"/>
            <a:ext cx="0" cy="155448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30" name="!!exp"/>
          <p:cNvSpPr/>
          <p:nvPr/>
        </p:nvSpPr>
        <p:spPr>
          <a:xfrm>
            <a:off x="6736606" y="6931152"/>
            <a:ext cx="2468880" cy="1005840"/>
          </a:xfrm>
          <a:prstGeom prst="roundRect">
            <a:avLst>
              <a:gd name="adj" fmla="val 22000"/>
            </a:avLst>
          </a:prstGeom>
          <a:solidFill>
            <a:srgbClr val="F3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expt"/>
          <p:cNvSpPr txBox="1"/>
          <p:nvPr/>
        </p:nvSpPr>
        <p:spPr>
          <a:xfrm>
            <a:off x="6736606" y="6931152"/>
            <a:ext cx="246888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2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임대료 180만</a:t>
            </a:r>
          </a:p>
        </p:txBody>
      </p:sp>
      <p:sp>
        <p:nvSpPr>
          <p:cNvPr id="32" name="!!d0"/>
          <p:cNvSpPr txBox="1"/>
          <p:nvPr/>
        </p:nvSpPr>
        <p:spPr>
          <a:xfrm>
            <a:off x="1645920" y="8174736"/>
            <a:ext cx="16459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9/1</a:t>
            </a:r>
          </a:p>
        </p:txBody>
      </p:sp>
      <p:sp>
        <p:nvSpPr>
          <p:cNvPr id="33" name="!!d4"/>
          <p:cNvSpPr txBox="1"/>
          <p:nvPr/>
        </p:nvSpPr>
        <p:spPr>
          <a:xfrm>
            <a:off x="10789920" y="8174736"/>
            <a:ext cx="16459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2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9/30</a:t>
            </a:r>
          </a:p>
        </p:txBody>
      </p:sp>
      <p:sp>
        <p:nvSpPr>
          <p:cNvPr id="34" name="!!k0"/>
          <p:cNvSpPr txBox="1"/>
          <p:nvPr/>
        </p:nvSpPr>
        <p:spPr>
          <a:xfrm>
            <a:off x="13075920" y="4215384"/>
            <a:ext cx="3895344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가져온 것</a:t>
            </a:r>
          </a:p>
        </p:txBody>
      </p:sp>
      <p:sp>
        <p:nvSpPr>
          <p:cNvPr id="35" name="!!v0"/>
          <p:cNvSpPr txBox="1"/>
          <p:nvPr/>
        </p:nvSpPr>
        <p:spPr>
          <a:xfrm>
            <a:off x="13075920" y="4581144"/>
            <a:ext cx="389534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최신 완료 예측의</a:t>
            </a:r>
          </a:p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원장 스냅샷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상품별 매출</a:t>
            </a:r>
          </a:p>
        </p:txBody>
      </p:sp>
      <p:sp>
        <p:nvSpPr>
          <p:cNvPr id="12" name="!!cap"/>
          <p:cNvSpPr txBox="1"/>
          <p:nvPr/>
        </p:nvSpPr>
        <p:spPr>
          <a:xfrm>
            <a:off x="1316736" y="3758184"/>
            <a:ext cx="73152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정산 지연 3일 적용</a:t>
            </a:r>
          </a:p>
        </p:txBody>
      </p:sp>
      <p:cxnSp>
        <p:nvCxnSpPr>
          <p:cNvPr id="13" name="!!tline"/>
          <p:cNvCxnSpPr/>
          <p:nvPr/>
        </p:nvCxnSpPr>
        <p:spPr>
          <a:xfrm>
            <a:off x="1645920" y="6775704"/>
            <a:ext cx="10789920" cy="0"/>
          </a:xfrm>
          <a:prstGeom prst="line">
            <a:avLst/>
          </a:prstGeom>
          <a:ln w="12700">
            <a:solidFill>
              <a:srgbClr val="BCC4D0"/>
            </a:solidFill>
          </a:ln>
        </p:spPr>
      </p:cxnSp>
      <p:sp>
        <p:nvSpPr>
          <p:cNvPr id="14" name="!!dep0"/>
          <p:cNvSpPr/>
          <p:nvPr/>
        </p:nvSpPr>
        <p:spPr>
          <a:xfrm>
            <a:off x="2963917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dept0"/>
          <p:cNvSpPr txBox="1"/>
          <p:nvPr/>
        </p:nvSpPr>
        <p:spPr>
          <a:xfrm>
            <a:off x="2963917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105만</a:t>
            </a:r>
          </a:p>
        </p:txBody>
      </p:sp>
      <p:cxnSp>
        <p:nvCxnSpPr>
          <p:cNvPr id="16" name="!!stem0"/>
          <p:cNvCxnSpPr/>
          <p:nvPr/>
        </p:nvCxnSpPr>
        <p:spPr>
          <a:xfrm>
            <a:off x="3878317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17" name="!!dep1"/>
          <p:cNvSpPr/>
          <p:nvPr/>
        </p:nvSpPr>
        <p:spPr>
          <a:xfrm>
            <a:off x="5196314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!!dept1"/>
          <p:cNvSpPr txBox="1"/>
          <p:nvPr/>
        </p:nvSpPr>
        <p:spPr>
          <a:xfrm>
            <a:off x="5196314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120만</a:t>
            </a:r>
          </a:p>
        </p:txBody>
      </p:sp>
      <p:cxnSp>
        <p:nvCxnSpPr>
          <p:cNvPr id="19" name="!!stem1"/>
          <p:cNvCxnSpPr/>
          <p:nvPr/>
        </p:nvCxnSpPr>
        <p:spPr>
          <a:xfrm>
            <a:off x="6110714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0" name="!!dep2"/>
          <p:cNvSpPr/>
          <p:nvPr/>
        </p:nvSpPr>
        <p:spPr>
          <a:xfrm>
            <a:off x="7428712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dept2"/>
          <p:cNvSpPr txBox="1"/>
          <p:nvPr/>
        </p:nvSpPr>
        <p:spPr>
          <a:xfrm>
            <a:off x="7428712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95만</a:t>
            </a:r>
          </a:p>
        </p:txBody>
      </p:sp>
      <p:cxnSp>
        <p:nvCxnSpPr>
          <p:cNvPr id="22" name="!!stem2"/>
          <p:cNvCxnSpPr/>
          <p:nvPr/>
        </p:nvCxnSpPr>
        <p:spPr>
          <a:xfrm>
            <a:off x="8343112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3" name="!!dep3"/>
          <p:cNvSpPr/>
          <p:nvPr/>
        </p:nvSpPr>
        <p:spPr>
          <a:xfrm>
            <a:off x="9661109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dept3"/>
          <p:cNvSpPr txBox="1"/>
          <p:nvPr/>
        </p:nvSpPr>
        <p:spPr>
          <a:xfrm>
            <a:off x="9661109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130만</a:t>
            </a:r>
          </a:p>
        </p:txBody>
      </p:sp>
      <p:cxnSp>
        <p:nvCxnSpPr>
          <p:cNvPr id="25" name="!!stem3"/>
          <p:cNvCxnSpPr/>
          <p:nvPr/>
        </p:nvCxnSpPr>
        <p:spPr>
          <a:xfrm>
            <a:off x="10575509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6" name="!!dep4"/>
          <p:cNvSpPr/>
          <p:nvPr/>
        </p:nvSpPr>
        <p:spPr>
          <a:xfrm>
            <a:off x="18836640" y="5129784"/>
            <a:ext cx="1828800" cy="100584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dept4"/>
          <p:cNvSpPr txBox="1"/>
          <p:nvPr/>
        </p:nvSpPr>
        <p:spPr>
          <a:xfrm>
            <a:off x="18836640" y="5129784"/>
            <a:ext cx="182880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110만</a:t>
            </a:r>
          </a:p>
        </p:txBody>
      </p:sp>
      <p:cxnSp>
        <p:nvCxnSpPr>
          <p:cNvPr id="28" name="!!stem4"/>
          <p:cNvCxnSpPr/>
          <p:nvPr/>
        </p:nvCxnSpPr>
        <p:spPr>
          <a:xfrm>
            <a:off x="19751040" y="6135624"/>
            <a:ext cx="0" cy="6400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cxnSp>
        <p:nvCxnSpPr>
          <p:cNvPr id="29" name="!!expstem"/>
          <p:cNvCxnSpPr/>
          <p:nvPr/>
        </p:nvCxnSpPr>
        <p:spPr>
          <a:xfrm>
            <a:off x="7971046" y="6775704"/>
            <a:ext cx="0" cy="155448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30" name="!!exp"/>
          <p:cNvSpPr/>
          <p:nvPr/>
        </p:nvSpPr>
        <p:spPr>
          <a:xfrm>
            <a:off x="6736606" y="6931152"/>
            <a:ext cx="2468880" cy="1005840"/>
          </a:xfrm>
          <a:prstGeom prst="roundRect">
            <a:avLst>
              <a:gd name="adj" fmla="val 22000"/>
            </a:avLst>
          </a:prstGeom>
          <a:solidFill>
            <a:srgbClr val="F3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expt"/>
          <p:cNvSpPr txBox="1"/>
          <p:nvPr/>
        </p:nvSpPr>
        <p:spPr>
          <a:xfrm>
            <a:off x="6736606" y="6931152"/>
            <a:ext cx="2468880" cy="1005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2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임대료 180만</a:t>
            </a:r>
          </a:p>
        </p:txBody>
      </p:sp>
      <p:sp>
        <p:nvSpPr>
          <p:cNvPr id="32" name="!!d0"/>
          <p:cNvSpPr txBox="1"/>
          <p:nvPr/>
        </p:nvSpPr>
        <p:spPr>
          <a:xfrm>
            <a:off x="1645920" y="8174736"/>
            <a:ext cx="16459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9/1</a:t>
            </a:r>
          </a:p>
        </p:txBody>
      </p:sp>
      <p:sp>
        <p:nvSpPr>
          <p:cNvPr id="33" name="!!d4"/>
          <p:cNvSpPr txBox="1"/>
          <p:nvPr/>
        </p:nvSpPr>
        <p:spPr>
          <a:xfrm>
            <a:off x="10789920" y="8174736"/>
            <a:ext cx="16459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2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9/30</a:t>
            </a:r>
          </a:p>
        </p:txBody>
      </p:sp>
      <p:sp>
        <p:nvSpPr>
          <p:cNvPr id="34" name="!!k0"/>
          <p:cNvSpPr txBox="1"/>
          <p:nvPr/>
        </p:nvSpPr>
        <p:spPr>
          <a:xfrm>
            <a:off x="13075920" y="4215384"/>
            <a:ext cx="3895344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바뀐 것</a:t>
            </a:r>
          </a:p>
        </p:txBody>
      </p:sp>
      <p:sp>
        <p:nvSpPr>
          <p:cNvPr id="35" name="!!v0"/>
          <p:cNvSpPr txBox="1"/>
          <p:nvPr/>
        </p:nvSpPr>
        <p:spPr>
          <a:xfrm>
            <a:off x="13075920" y="4581144"/>
            <a:ext cx="389534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예정 입금 5건의</a:t>
            </a:r>
          </a:p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날짜</a:t>
            </a:r>
          </a:p>
        </p:txBody>
      </p:sp>
      <p:sp>
        <p:nvSpPr>
          <p:cNvPr id="36" name="!!k1"/>
          <p:cNvSpPr txBox="1"/>
          <p:nvPr/>
        </p:nvSpPr>
        <p:spPr>
          <a:xfrm>
            <a:off x="13075920" y="5952744"/>
            <a:ext cx="3895344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밀려난 것</a:t>
            </a:r>
          </a:p>
        </p:txBody>
      </p:sp>
      <p:sp>
        <p:nvSpPr>
          <p:cNvPr id="37" name="!!v1"/>
          <p:cNvSpPr txBox="1"/>
          <p:nvPr/>
        </p:nvSpPr>
        <p:spPr>
          <a:xfrm>
            <a:off x="13075920" y="6318504"/>
            <a:ext cx="389534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1건</a:t>
            </a:r>
          </a:p>
          <a:p>
            <a:pPr>
              <a:lnSpc>
                <a:spcPct val="120000"/>
              </a:lnSpc>
            </a:pPr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예측 기간 밖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상품별 매출</a:t>
            </a:r>
          </a:p>
        </p:txBody>
      </p:sp>
      <p:sp>
        <p:nvSpPr>
          <p:cNvPr id="12" name="!!cap"/>
          <p:cNvSpPr txBox="1"/>
          <p:nvPr/>
        </p:nvSpPr>
        <p:spPr>
          <a:xfrm>
            <a:off x="1316736" y="3712464"/>
            <a:ext cx="73152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일별 예상 잔액 · 9월</a:t>
            </a:r>
          </a:p>
        </p:txBody>
      </p:sp>
      <p:cxnSp>
        <p:nvCxnSpPr>
          <p:cNvPr id="13" name="!!tline"/>
          <p:cNvCxnSpPr/>
          <p:nvPr/>
        </p:nvCxnSpPr>
        <p:spPr>
          <a:xfrm>
            <a:off x="1645920" y="4736592"/>
            <a:ext cx="10789920" cy="0"/>
          </a:xfrm>
          <a:prstGeom prst="line">
            <a:avLst/>
          </a:prstGeom>
          <a:ln w="12700">
            <a:solidFill>
              <a:srgbClr val="BCC4D0"/>
            </a:solidFill>
          </a:ln>
        </p:spPr>
      </p:cxnSp>
      <p:sp>
        <p:nvSpPr>
          <p:cNvPr id="14" name="!!dep0"/>
          <p:cNvSpPr/>
          <p:nvPr/>
        </p:nvSpPr>
        <p:spPr>
          <a:xfrm>
            <a:off x="3256525" y="4096512"/>
            <a:ext cx="1243584" cy="45720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dept0"/>
          <p:cNvSpPr txBox="1"/>
          <p:nvPr/>
        </p:nvSpPr>
        <p:spPr>
          <a:xfrm>
            <a:off x="3256525" y="4096512"/>
            <a:ext cx="1243584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105만</a:t>
            </a:r>
          </a:p>
        </p:txBody>
      </p:sp>
      <p:cxnSp>
        <p:nvCxnSpPr>
          <p:cNvPr id="16" name="!!stem0"/>
          <p:cNvCxnSpPr/>
          <p:nvPr/>
        </p:nvCxnSpPr>
        <p:spPr>
          <a:xfrm>
            <a:off x="3878317" y="4553712"/>
            <a:ext cx="0" cy="1828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17" name="!!dep1"/>
          <p:cNvSpPr/>
          <p:nvPr/>
        </p:nvSpPr>
        <p:spPr>
          <a:xfrm>
            <a:off x="5488922" y="4096512"/>
            <a:ext cx="1243584" cy="45720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!!dept1"/>
          <p:cNvSpPr txBox="1"/>
          <p:nvPr/>
        </p:nvSpPr>
        <p:spPr>
          <a:xfrm>
            <a:off x="5488922" y="4096512"/>
            <a:ext cx="1243584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120만</a:t>
            </a:r>
          </a:p>
        </p:txBody>
      </p:sp>
      <p:cxnSp>
        <p:nvCxnSpPr>
          <p:cNvPr id="19" name="!!stem1"/>
          <p:cNvCxnSpPr/>
          <p:nvPr/>
        </p:nvCxnSpPr>
        <p:spPr>
          <a:xfrm>
            <a:off x="6110714" y="4553712"/>
            <a:ext cx="0" cy="1828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0" name="!!dep2"/>
          <p:cNvSpPr/>
          <p:nvPr/>
        </p:nvSpPr>
        <p:spPr>
          <a:xfrm>
            <a:off x="7721320" y="4096512"/>
            <a:ext cx="1243584" cy="45720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dept2"/>
          <p:cNvSpPr txBox="1"/>
          <p:nvPr/>
        </p:nvSpPr>
        <p:spPr>
          <a:xfrm>
            <a:off x="7721320" y="4096512"/>
            <a:ext cx="1243584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95만</a:t>
            </a:r>
          </a:p>
        </p:txBody>
      </p:sp>
      <p:cxnSp>
        <p:nvCxnSpPr>
          <p:cNvPr id="22" name="!!stem2"/>
          <p:cNvCxnSpPr/>
          <p:nvPr/>
        </p:nvCxnSpPr>
        <p:spPr>
          <a:xfrm>
            <a:off x="8343112" y="4553712"/>
            <a:ext cx="0" cy="1828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3" name="!!dep3"/>
          <p:cNvSpPr/>
          <p:nvPr/>
        </p:nvSpPr>
        <p:spPr>
          <a:xfrm>
            <a:off x="9953717" y="4096512"/>
            <a:ext cx="1243584" cy="45720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dept3"/>
          <p:cNvSpPr txBox="1"/>
          <p:nvPr/>
        </p:nvSpPr>
        <p:spPr>
          <a:xfrm>
            <a:off x="9953717" y="4096512"/>
            <a:ext cx="1243584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130만</a:t>
            </a:r>
          </a:p>
        </p:txBody>
      </p:sp>
      <p:cxnSp>
        <p:nvCxnSpPr>
          <p:cNvPr id="25" name="!!stem3"/>
          <p:cNvCxnSpPr/>
          <p:nvPr/>
        </p:nvCxnSpPr>
        <p:spPr>
          <a:xfrm>
            <a:off x="10575509" y="4553712"/>
            <a:ext cx="0" cy="1828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26" name="!!dep4"/>
          <p:cNvSpPr/>
          <p:nvPr/>
        </p:nvSpPr>
        <p:spPr>
          <a:xfrm>
            <a:off x="19129248" y="4096512"/>
            <a:ext cx="1243584" cy="457200"/>
          </a:xfrm>
          <a:prstGeom prst="roundRect">
            <a:avLst>
              <a:gd name="adj" fmla="val 22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dept4"/>
          <p:cNvSpPr txBox="1"/>
          <p:nvPr/>
        </p:nvSpPr>
        <p:spPr>
          <a:xfrm>
            <a:off x="19129248" y="4096512"/>
            <a:ext cx="1243584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110만</a:t>
            </a:r>
          </a:p>
        </p:txBody>
      </p:sp>
      <p:cxnSp>
        <p:nvCxnSpPr>
          <p:cNvPr id="28" name="!!stem4"/>
          <p:cNvCxnSpPr/>
          <p:nvPr/>
        </p:nvCxnSpPr>
        <p:spPr>
          <a:xfrm>
            <a:off x="19751040" y="4553712"/>
            <a:ext cx="0" cy="18288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cxnSp>
        <p:nvCxnSpPr>
          <p:cNvPr id="29" name="!!expstem"/>
          <p:cNvCxnSpPr/>
          <p:nvPr/>
        </p:nvCxnSpPr>
        <p:spPr>
          <a:xfrm>
            <a:off x="7971046" y="4736592"/>
            <a:ext cx="0" cy="54864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sp>
        <p:nvSpPr>
          <p:cNvPr id="30" name="!!exp"/>
          <p:cNvSpPr/>
          <p:nvPr/>
        </p:nvSpPr>
        <p:spPr>
          <a:xfrm>
            <a:off x="7148086" y="479145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F3EAE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expt"/>
          <p:cNvSpPr txBox="1"/>
          <p:nvPr/>
        </p:nvSpPr>
        <p:spPr>
          <a:xfrm>
            <a:off x="7148086" y="4791456"/>
            <a:ext cx="164592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2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임대료 180만</a:t>
            </a:r>
          </a:p>
        </p:txBody>
      </p:sp>
      <p:cxnSp>
        <p:nvCxnSpPr>
          <p:cNvPr id="32" name="!!g200"/>
          <p:cNvCxnSpPr/>
          <p:nvPr/>
        </p:nvCxnSpPr>
        <p:spPr>
          <a:xfrm>
            <a:off x="1645920" y="6225193"/>
            <a:ext cx="10789920" cy="0"/>
          </a:xfrm>
          <a:prstGeom prst="line">
            <a:avLst/>
          </a:prstGeom>
          <a:ln w="9525">
            <a:solidFill>
              <a:srgbClr val="E6E9EF"/>
            </a:solidFill>
          </a:ln>
        </p:spPr>
      </p:cxnSp>
      <p:cxnSp>
        <p:nvCxnSpPr>
          <p:cNvPr id="33" name="!!g100"/>
          <p:cNvCxnSpPr/>
          <p:nvPr/>
        </p:nvCxnSpPr>
        <p:spPr>
          <a:xfrm>
            <a:off x="1645920" y="6985244"/>
            <a:ext cx="10789920" cy="0"/>
          </a:xfrm>
          <a:prstGeom prst="line">
            <a:avLst/>
          </a:prstGeom>
          <a:ln w="9525">
            <a:solidFill>
              <a:srgbClr val="E6E9EF"/>
            </a:solidFill>
          </a:ln>
        </p:spPr>
      </p:cxnSp>
      <p:cxnSp>
        <p:nvCxnSpPr>
          <p:cNvPr id="34" name="!!zero"/>
          <p:cNvCxnSpPr/>
          <p:nvPr/>
        </p:nvCxnSpPr>
        <p:spPr>
          <a:xfrm>
            <a:off x="1645920" y="7745295"/>
            <a:ext cx="10789920" cy="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cxnSp>
        <p:nvCxnSpPr>
          <p:cNvPr id="35" name="!!safe"/>
          <p:cNvCxnSpPr/>
          <p:nvPr/>
        </p:nvCxnSpPr>
        <p:spPr>
          <a:xfrm>
            <a:off x="1645920" y="6605219"/>
            <a:ext cx="10789920" cy="0"/>
          </a:xfrm>
          <a:prstGeom prst="line">
            <a:avLst/>
          </a:prstGeom>
          <a:ln w="12700">
            <a:solidFill>
              <a:srgbClr val="1B2233"/>
            </a:solidFill>
            <a:prstDash val="dash"/>
          </a:ln>
        </p:spPr>
      </p:cxnSp>
      <p:sp>
        <p:nvSpPr>
          <p:cNvPr id="36" name="!!safet"/>
          <p:cNvSpPr txBox="1"/>
          <p:nvPr/>
        </p:nvSpPr>
        <p:spPr>
          <a:xfrm>
            <a:off x="7863840" y="6221171"/>
            <a:ext cx="420624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안전선 150만원</a:t>
            </a:r>
          </a:p>
        </p:txBody>
      </p:sp>
      <p:sp>
        <p:nvSpPr>
          <p:cNvPr id="37" name="!!ax200"/>
          <p:cNvSpPr txBox="1"/>
          <p:nvPr/>
        </p:nvSpPr>
        <p:spPr>
          <a:xfrm>
            <a:off x="12746736" y="6078889"/>
            <a:ext cx="128016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200만</a:t>
            </a:r>
          </a:p>
        </p:txBody>
      </p:sp>
      <p:sp>
        <p:nvSpPr>
          <p:cNvPr id="38" name="!!ax100"/>
          <p:cNvSpPr txBox="1"/>
          <p:nvPr/>
        </p:nvSpPr>
        <p:spPr>
          <a:xfrm>
            <a:off x="12746736" y="6838940"/>
            <a:ext cx="128016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100만</a:t>
            </a:r>
          </a:p>
        </p:txBody>
      </p:sp>
      <p:sp>
        <p:nvSpPr>
          <p:cNvPr id="39" name="!!ax0"/>
          <p:cNvSpPr txBox="1"/>
          <p:nvPr/>
        </p:nvSpPr>
        <p:spPr>
          <a:xfrm>
            <a:off x="12746736" y="7598991"/>
            <a:ext cx="128016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0원</a:t>
            </a:r>
          </a:p>
        </p:txBody>
      </p:sp>
      <p:sp>
        <p:nvSpPr>
          <p:cNvPr id="40" name="!!curveB"/>
          <p:cNvSpPr/>
          <p:nvPr/>
        </p:nvSpPr>
        <p:spPr>
          <a:xfrm>
            <a:off x="1645920" y="5723559"/>
            <a:ext cx="10789920" cy="2515769"/>
          </a:xfrm>
          <a:custGeom>
            <a:avLst/>
            <a:gdLst/>
            <a:ahLst/>
            <a:cxnLst/>
            <a:rect l="0" t="0" r="r" b="b"/>
            <a:pathLst>
              <a:path w="10789920" h="2515769">
                <a:moveTo>
                  <a:pt x="0" y="501634"/>
                </a:moveTo>
                <a:lnTo>
                  <a:pt x="372066" y="798054"/>
                </a:lnTo>
                <a:lnTo>
                  <a:pt x="744132" y="1003268"/>
                </a:lnTo>
                <a:lnTo>
                  <a:pt x="1116199" y="1216082"/>
                </a:lnTo>
                <a:lnTo>
                  <a:pt x="1488265" y="1041270"/>
                </a:lnTo>
                <a:lnTo>
                  <a:pt x="1860331" y="904461"/>
                </a:lnTo>
                <a:lnTo>
                  <a:pt x="2232397" y="304020"/>
                </a:lnTo>
                <a:lnTo>
                  <a:pt x="2604463" y="615641"/>
                </a:lnTo>
                <a:lnTo>
                  <a:pt x="2976530" y="813255"/>
                </a:lnTo>
                <a:lnTo>
                  <a:pt x="3348596" y="1056471"/>
                </a:lnTo>
                <a:lnTo>
                  <a:pt x="3720662" y="1155278"/>
                </a:lnTo>
                <a:lnTo>
                  <a:pt x="4092728" y="1117275"/>
                </a:lnTo>
                <a:lnTo>
                  <a:pt x="4464794" y="0"/>
                </a:lnTo>
                <a:lnTo>
                  <a:pt x="4836861" y="326822"/>
                </a:lnTo>
                <a:lnTo>
                  <a:pt x="5208927" y="532036"/>
                </a:lnTo>
                <a:lnTo>
                  <a:pt x="5580993" y="805654"/>
                </a:lnTo>
                <a:lnTo>
                  <a:pt x="5953059" y="950064"/>
                </a:lnTo>
                <a:lnTo>
                  <a:pt x="6325126" y="2515769"/>
                </a:lnTo>
                <a:lnTo>
                  <a:pt x="6697192" y="1641710"/>
                </a:lnTo>
                <a:lnTo>
                  <a:pt x="7069258" y="1558105"/>
                </a:lnTo>
                <a:lnTo>
                  <a:pt x="7441324" y="1786120"/>
                </a:lnTo>
                <a:lnTo>
                  <a:pt x="7813390" y="2029337"/>
                </a:lnTo>
                <a:lnTo>
                  <a:pt x="8185457" y="2188947"/>
                </a:lnTo>
                <a:lnTo>
                  <a:pt x="8557523" y="2470166"/>
                </a:lnTo>
                <a:lnTo>
                  <a:pt x="8929589" y="1611308"/>
                </a:lnTo>
                <a:lnTo>
                  <a:pt x="9301655" y="1588507"/>
                </a:lnTo>
                <a:lnTo>
                  <a:pt x="9673721" y="1398494"/>
                </a:lnTo>
                <a:lnTo>
                  <a:pt x="10045788" y="1702515"/>
                </a:lnTo>
                <a:lnTo>
                  <a:pt x="10417854" y="1846924"/>
                </a:lnTo>
                <a:lnTo>
                  <a:pt x="10789920" y="2105342"/>
                </a:lnTo>
              </a:path>
            </a:pathLst>
          </a:custGeom>
          <a:noFill/>
          <a:ln w="44450" cap="rnd">
            <a:solidFill>
              <a:srgbClr val="A0704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!!curveA"/>
          <p:cNvSpPr/>
          <p:nvPr/>
        </p:nvSpPr>
        <p:spPr>
          <a:xfrm>
            <a:off x="1645920" y="5723559"/>
            <a:ext cx="10789920" cy="1793721"/>
          </a:xfrm>
          <a:custGeom>
            <a:avLst/>
            <a:gdLst/>
            <a:ahLst/>
            <a:cxnLst/>
            <a:rect l="0" t="0" r="r" b="b"/>
            <a:pathLst>
              <a:path w="10789920" h="1793721">
                <a:moveTo>
                  <a:pt x="0" y="501634"/>
                </a:moveTo>
                <a:lnTo>
                  <a:pt x="372066" y="798054"/>
                </a:lnTo>
                <a:lnTo>
                  <a:pt x="744132" y="1003268"/>
                </a:lnTo>
                <a:lnTo>
                  <a:pt x="1116199" y="418028"/>
                </a:lnTo>
                <a:lnTo>
                  <a:pt x="1488265" y="243216"/>
                </a:lnTo>
                <a:lnTo>
                  <a:pt x="1860331" y="106407"/>
                </a:lnTo>
                <a:lnTo>
                  <a:pt x="2232397" y="304020"/>
                </a:lnTo>
                <a:lnTo>
                  <a:pt x="2604463" y="615641"/>
                </a:lnTo>
                <a:lnTo>
                  <a:pt x="2976530" y="813255"/>
                </a:lnTo>
                <a:lnTo>
                  <a:pt x="3348596" y="144410"/>
                </a:lnTo>
                <a:lnTo>
                  <a:pt x="3720662" y="243216"/>
                </a:lnTo>
                <a:lnTo>
                  <a:pt x="4092728" y="205214"/>
                </a:lnTo>
                <a:lnTo>
                  <a:pt x="4464794" y="0"/>
                </a:lnTo>
                <a:lnTo>
                  <a:pt x="4836861" y="326822"/>
                </a:lnTo>
                <a:lnTo>
                  <a:pt x="5208927" y="532036"/>
                </a:lnTo>
                <a:lnTo>
                  <a:pt x="5580993" y="83606"/>
                </a:lnTo>
                <a:lnTo>
                  <a:pt x="5953059" y="228015"/>
                </a:lnTo>
                <a:lnTo>
                  <a:pt x="6325126" y="1793721"/>
                </a:lnTo>
                <a:lnTo>
                  <a:pt x="6697192" y="1641710"/>
                </a:lnTo>
                <a:lnTo>
                  <a:pt x="7069258" y="1558105"/>
                </a:lnTo>
                <a:lnTo>
                  <a:pt x="7441324" y="1786120"/>
                </a:lnTo>
                <a:lnTo>
                  <a:pt x="7813390" y="1041270"/>
                </a:lnTo>
                <a:lnTo>
                  <a:pt x="8185457" y="1200881"/>
                </a:lnTo>
                <a:lnTo>
                  <a:pt x="8557523" y="1482100"/>
                </a:lnTo>
                <a:lnTo>
                  <a:pt x="8929589" y="1611308"/>
                </a:lnTo>
                <a:lnTo>
                  <a:pt x="9301655" y="1588507"/>
                </a:lnTo>
                <a:lnTo>
                  <a:pt x="9673721" y="1398494"/>
                </a:lnTo>
                <a:lnTo>
                  <a:pt x="10045788" y="1702515"/>
                </a:lnTo>
                <a:lnTo>
                  <a:pt x="10417854" y="1010868"/>
                </a:lnTo>
                <a:lnTo>
                  <a:pt x="10789920" y="1269285"/>
                </a:lnTo>
              </a:path>
            </a:pathLst>
          </a:custGeom>
          <a:noFill/>
          <a:ln w="44450" cap="rnd">
            <a:solidFill>
              <a:srgbClr val="5B8DEF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!!d0"/>
          <p:cNvSpPr txBox="1"/>
          <p:nvPr/>
        </p:nvSpPr>
        <p:spPr>
          <a:xfrm>
            <a:off x="1645920" y="855878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9/1</a:t>
            </a:r>
          </a:p>
        </p:txBody>
      </p:sp>
      <p:sp>
        <p:nvSpPr>
          <p:cNvPr id="43" name="!!d1"/>
          <p:cNvSpPr txBox="1"/>
          <p:nvPr/>
        </p:nvSpPr>
        <p:spPr>
          <a:xfrm>
            <a:off x="3518863" y="855878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9/8</a:t>
            </a:r>
          </a:p>
        </p:txBody>
      </p:sp>
      <p:sp>
        <p:nvSpPr>
          <p:cNvPr id="44" name="!!d2"/>
          <p:cNvSpPr txBox="1"/>
          <p:nvPr/>
        </p:nvSpPr>
        <p:spPr>
          <a:xfrm>
            <a:off x="6123327" y="855878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9/15</a:t>
            </a:r>
          </a:p>
        </p:txBody>
      </p:sp>
      <p:sp>
        <p:nvSpPr>
          <p:cNvPr id="45" name="!!d3"/>
          <p:cNvSpPr txBox="1"/>
          <p:nvPr/>
        </p:nvSpPr>
        <p:spPr>
          <a:xfrm>
            <a:off x="8727790" y="855878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9/22</a:t>
            </a:r>
          </a:p>
        </p:txBody>
      </p:sp>
      <p:sp>
        <p:nvSpPr>
          <p:cNvPr id="46" name="!!d4"/>
          <p:cNvSpPr txBox="1"/>
          <p:nvPr/>
        </p:nvSpPr>
        <p:spPr>
          <a:xfrm>
            <a:off x="10972800" y="855878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9/30</a:t>
            </a:r>
          </a:p>
        </p:txBody>
      </p:sp>
      <p:sp>
        <p:nvSpPr>
          <p:cNvPr id="47" name="!!lg1s"/>
          <p:cNvSpPr/>
          <p:nvPr/>
        </p:nvSpPr>
        <p:spPr>
          <a:xfrm>
            <a:off x="14447520" y="6428232"/>
            <a:ext cx="502920" cy="118872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!!lg1t"/>
          <p:cNvSpPr txBox="1"/>
          <p:nvPr/>
        </p:nvSpPr>
        <p:spPr>
          <a:xfrm>
            <a:off x="15133320" y="6327648"/>
            <a:ext cx="292608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예보</a:t>
            </a:r>
          </a:p>
        </p:txBody>
      </p:sp>
      <p:sp>
        <p:nvSpPr>
          <p:cNvPr id="49" name="!!lg2s"/>
          <p:cNvSpPr/>
          <p:nvPr/>
        </p:nvSpPr>
        <p:spPr>
          <a:xfrm>
            <a:off x="14447520" y="7159752"/>
            <a:ext cx="502920" cy="118872"/>
          </a:xfrm>
          <a:prstGeom prst="roundRect">
            <a:avLst>
              <a:gd name="adj" fmla="val 50000"/>
            </a:avLst>
          </a:prstGeom>
          <a:solidFill>
            <a:srgbClr val="A070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!!lg2t"/>
          <p:cNvSpPr txBox="1"/>
          <p:nvPr/>
        </p:nvSpPr>
        <p:spPr>
          <a:xfrm>
            <a:off x="15133320" y="7059168"/>
            <a:ext cx="292608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가정 반영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상품별 매출</a:t>
            </a:r>
          </a:p>
        </p:txBody>
      </p:sp>
      <p:sp>
        <p:nvSpPr>
          <p:cNvPr id="12" name="!!cap"/>
          <p:cNvSpPr txBox="1"/>
          <p:nvPr/>
        </p:nvSpPr>
        <p:spPr>
          <a:xfrm>
            <a:off x="1316736" y="3712464"/>
            <a:ext cx="73152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일별 예상 잔액 · 9월</a:t>
            </a:r>
          </a:p>
        </p:txBody>
      </p:sp>
      <p:cxnSp>
        <p:nvCxnSpPr>
          <p:cNvPr id="13" name="!!zero"/>
          <p:cNvCxnSpPr/>
          <p:nvPr/>
        </p:nvCxnSpPr>
        <p:spPr>
          <a:xfrm>
            <a:off x="1645920" y="6696308"/>
            <a:ext cx="6217920" cy="0"/>
          </a:xfrm>
          <a:prstGeom prst="line">
            <a:avLst/>
          </a:prstGeom>
          <a:ln w="9525">
            <a:solidFill>
              <a:srgbClr val="BCC4D0"/>
            </a:solidFill>
          </a:ln>
        </p:spPr>
      </p:cxnSp>
      <p:cxnSp>
        <p:nvCxnSpPr>
          <p:cNvPr id="14" name="!!safe"/>
          <p:cNvCxnSpPr/>
          <p:nvPr/>
        </p:nvCxnSpPr>
        <p:spPr>
          <a:xfrm>
            <a:off x="1645920" y="5415914"/>
            <a:ext cx="6217920" cy="0"/>
          </a:xfrm>
          <a:prstGeom prst="line">
            <a:avLst/>
          </a:prstGeom>
          <a:ln w="12700">
            <a:solidFill>
              <a:srgbClr val="1B2233"/>
            </a:solidFill>
            <a:prstDash val="dash"/>
          </a:ln>
        </p:spPr>
      </p:cxnSp>
      <p:sp>
        <p:nvSpPr>
          <p:cNvPr id="15" name="!!safet"/>
          <p:cNvSpPr txBox="1"/>
          <p:nvPr/>
        </p:nvSpPr>
        <p:spPr>
          <a:xfrm>
            <a:off x="3291840" y="5031866"/>
            <a:ext cx="420624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안전선 150만원</a:t>
            </a:r>
          </a:p>
        </p:txBody>
      </p:sp>
      <p:sp>
        <p:nvSpPr>
          <p:cNvPr id="16" name="!!ax0"/>
          <p:cNvSpPr txBox="1"/>
          <p:nvPr/>
        </p:nvSpPr>
        <p:spPr>
          <a:xfrm>
            <a:off x="1645920" y="6732884"/>
            <a:ext cx="1097280" cy="25603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4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0원</a:t>
            </a:r>
          </a:p>
        </p:txBody>
      </p:sp>
      <p:sp>
        <p:nvSpPr>
          <p:cNvPr id="17" name="!!curveB"/>
          <p:cNvSpPr/>
          <p:nvPr/>
        </p:nvSpPr>
        <p:spPr>
          <a:xfrm>
            <a:off x="1645920" y="4425743"/>
            <a:ext cx="6217920" cy="2825402"/>
          </a:xfrm>
          <a:custGeom>
            <a:avLst/>
            <a:gdLst/>
            <a:ahLst/>
            <a:cxnLst/>
            <a:rect l="0" t="0" r="r" b="b"/>
            <a:pathLst>
              <a:path w="6217920" h="2825402">
                <a:moveTo>
                  <a:pt x="0" y="563373"/>
                </a:moveTo>
                <a:lnTo>
                  <a:pt x="214411" y="896276"/>
                </a:lnTo>
                <a:lnTo>
                  <a:pt x="428822" y="1126747"/>
                </a:lnTo>
                <a:lnTo>
                  <a:pt x="643233" y="1365753"/>
                </a:lnTo>
                <a:lnTo>
                  <a:pt x="857644" y="1169426"/>
                </a:lnTo>
                <a:lnTo>
                  <a:pt x="1072055" y="1015779"/>
                </a:lnTo>
                <a:lnTo>
                  <a:pt x="1286466" y="341438"/>
                </a:lnTo>
                <a:lnTo>
                  <a:pt x="1500877" y="691413"/>
                </a:lnTo>
                <a:lnTo>
                  <a:pt x="1715288" y="913348"/>
                </a:lnTo>
                <a:lnTo>
                  <a:pt x="1929699" y="1186498"/>
                </a:lnTo>
                <a:lnTo>
                  <a:pt x="2144110" y="1297466"/>
                </a:lnTo>
                <a:lnTo>
                  <a:pt x="2358521" y="1254786"/>
                </a:lnTo>
                <a:lnTo>
                  <a:pt x="2572932" y="0"/>
                </a:lnTo>
                <a:lnTo>
                  <a:pt x="2787343" y="367046"/>
                </a:lnTo>
                <a:lnTo>
                  <a:pt x="3001754" y="597517"/>
                </a:lnTo>
                <a:lnTo>
                  <a:pt x="3216166" y="904812"/>
                </a:lnTo>
                <a:lnTo>
                  <a:pt x="3430577" y="1066995"/>
                </a:lnTo>
                <a:lnTo>
                  <a:pt x="3644988" y="2825402"/>
                </a:lnTo>
                <a:lnTo>
                  <a:pt x="3859399" y="1843767"/>
                </a:lnTo>
                <a:lnTo>
                  <a:pt x="4073810" y="1749872"/>
                </a:lnTo>
                <a:lnTo>
                  <a:pt x="4288221" y="2005950"/>
                </a:lnTo>
                <a:lnTo>
                  <a:pt x="4502632" y="2279101"/>
                </a:lnTo>
                <a:lnTo>
                  <a:pt x="4717043" y="2458356"/>
                </a:lnTo>
                <a:lnTo>
                  <a:pt x="4931454" y="2774187"/>
                </a:lnTo>
                <a:lnTo>
                  <a:pt x="5145865" y="1809623"/>
                </a:lnTo>
                <a:lnTo>
                  <a:pt x="5360276" y="1784015"/>
                </a:lnTo>
                <a:lnTo>
                  <a:pt x="5574687" y="1570616"/>
                </a:lnTo>
                <a:lnTo>
                  <a:pt x="5789098" y="1912055"/>
                </a:lnTo>
                <a:lnTo>
                  <a:pt x="6003509" y="2074238"/>
                </a:lnTo>
                <a:lnTo>
                  <a:pt x="6217920" y="2364461"/>
                </a:lnTo>
              </a:path>
            </a:pathLst>
          </a:custGeom>
          <a:noFill/>
          <a:ln w="31750" cap="rnd">
            <a:solidFill>
              <a:srgbClr val="A0704E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!!curveA"/>
          <p:cNvSpPr/>
          <p:nvPr/>
        </p:nvSpPr>
        <p:spPr>
          <a:xfrm>
            <a:off x="1645920" y="4425743"/>
            <a:ext cx="6217920" cy="2014486"/>
          </a:xfrm>
          <a:custGeom>
            <a:avLst/>
            <a:gdLst/>
            <a:ahLst/>
            <a:cxnLst/>
            <a:rect l="0" t="0" r="r" b="b"/>
            <a:pathLst>
              <a:path w="6217920" h="2014486">
                <a:moveTo>
                  <a:pt x="0" y="563373"/>
                </a:moveTo>
                <a:lnTo>
                  <a:pt x="214411" y="896276"/>
                </a:lnTo>
                <a:lnTo>
                  <a:pt x="428822" y="1126747"/>
                </a:lnTo>
                <a:lnTo>
                  <a:pt x="643233" y="469478"/>
                </a:lnTo>
                <a:lnTo>
                  <a:pt x="857644" y="273151"/>
                </a:lnTo>
                <a:lnTo>
                  <a:pt x="1072055" y="119503"/>
                </a:lnTo>
                <a:lnTo>
                  <a:pt x="1286466" y="341438"/>
                </a:lnTo>
                <a:lnTo>
                  <a:pt x="1500877" y="691413"/>
                </a:lnTo>
                <a:lnTo>
                  <a:pt x="1715288" y="913348"/>
                </a:lnTo>
                <a:lnTo>
                  <a:pt x="1929699" y="162183"/>
                </a:lnTo>
                <a:lnTo>
                  <a:pt x="2144110" y="273151"/>
                </a:lnTo>
                <a:lnTo>
                  <a:pt x="2358521" y="230471"/>
                </a:lnTo>
                <a:lnTo>
                  <a:pt x="2572932" y="0"/>
                </a:lnTo>
                <a:lnTo>
                  <a:pt x="2787343" y="367046"/>
                </a:lnTo>
                <a:lnTo>
                  <a:pt x="3001754" y="597517"/>
                </a:lnTo>
                <a:lnTo>
                  <a:pt x="3216166" y="93896"/>
                </a:lnTo>
                <a:lnTo>
                  <a:pt x="3430577" y="256079"/>
                </a:lnTo>
                <a:lnTo>
                  <a:pt x="3644988" y="2014486"/>
                </a:lnTo>
                <a:lnTo>
                  <a:pt x="3859399" y="1843767"/>
                </a:lnTo>
                <a:lnTo>
                  <a:pt x="4073810" y="1749872"/>
                </a:lnTo>
                <a:lnTo>
                  <a:pt x="4288221" y="2005950"/>
                </a:lnTo>
                <a:lnTo>
                  <a:pt x="4502632" y="1169426"/>
                </a:lnTo>
                <a:lnTo>
                  <a:pt x="4717043" y="1348682"/>
                </a:lnTo>
                <a:lnTo>
                  <a:pt x="4931454" y="1664512"/>
                </a:lnTo>
                <a:lnTo>
                  <a:pt x="5145865" y="1809623"/>
                </a:lnTo>
                <a:lnTo>
                  <a:pt x="5360276" y="1784015"/>
                </a:lnTo>
                <a:lnTo>
                  <a:pt x="5574687" y="1570616"/>
                </a:lnTo>
                <a:lnTo>
                  <a:pt x="5789098" y="1912055"/>
                </a:lnTo>
                <a:lnTo>
                  <a:pt x="6003509" y="1135283"/>
                </a:lnTo>
                <a:lnTo>
                  <a:pt x="6217920" y="1425505"/>
                </a:lnTo>
              </a:path>
            </a:pathLst>
          </a:custGeom>
          <a:noFill/>
          <a:ln w="31750" cap="rnd">
            <a:solidFill>
              <a:srgbClr val="5B8DEF"/>
            </a:solidFill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!!d0"/>
          <p:cNvSpPr txBox="1"/>
          <p:nvPr/>
        </p:nvSpPr>
        <p:spPr>
          <a:xfrm>
            <a:off x="1645920" y="759866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9/1</a:t>
            </a:r>
          </a:p>
        </p:txBody>
      </p:sp>
      <p:sp>
        <p:nvSpPr>
          <p:cNvPr id="20" name="!!d4"/>
          <p:cNvSpPr txBox="1"/>
          <p:nvPr/>
        </p:nvSpPr>
        <p:spPr>
          <a:xfrm>
            <a:off x="6400800" y="7598664"/>
            <a:ext cx="1463040" cy="2743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5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9/30</a:t>
            </a:r>
          </a:p>
        </p:txBody>
      </p:sp>
      <p:sp>
        <p:nvSpPr>
          <p:cNvPr id="21" name="!!lg1s"/>
          <p:cNvSpPr/>
          <p:nvPr/>
        </p:nvSpPr>
        <p:spPr>
          <a:xfrm>
            <a:off x="1645920" y="821131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!!lg1t"/>
          <p:cNvSpPr txBox="1"/>
          <p:nvPr/>
        </p:nvSpPr>
        <p:spPr>
          <a:xfrm>
            <a:off x="2249424" y="8119872"/>
            <a:ext cx="18288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7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예보</a:t>
            </a:r>
          </a:p>
        </p:txBody>
      </p:sp>
      <p:sp>
        <p:nvSpPr>
          <p:cNvPr id="23" name="!!lg2s"/>
          <p:cNvSpPr/>
          <p:nvPr/>
        </p:nvSpPr>
        <p:spPr>
          <a:xfrm>
            <a:off x="4297680" y="8211312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A070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lg2t"/>
          <p:cNvSpPr txBox="1"/>
          <p:nvPr/>
        </p:nvSpPr>
        <p:spPr>
          <a:xfrm>
            <a:off x="4901184" y="8119872"/>
            <a:ext cx="1828800" cy="29260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7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가정 반영</a:t>
            </a:r>
          </a:p>
        </p:txBody>
      </p:sp>
      <p:sp>
        <p:nvSpPr>
          <p:cNvPr id="25" name="!!m0c"/>
          <p:cNvSpPr/>
          <p:nvPr/>
        </p:nvSpPr>
        <p:spPr>
          <a:xfrm>
            <a:off x="9052560" y="3849624"/>
            <a:ext cx="3840480" cy="24871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m0k"/>
          <p:cNvSpPr txBox="1"/>
          <p:nvPr/>
        </p:nvSpPr>
        <p:spPr>
          <a:xfrm>
            <a:off x="9418320" y="4197096"/>
            <a:ext cx="310896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최저 잔액</a:t>
            </a:r>
          </a:p>
        </p:txBody>
      </p:sp>
      <p:sp>
        <p:nvSpPr>
          <p:cNvPr id="27" name="!!m0v"/>
          <p:cNvSpPr txBox="1"/>
          <p:nvPr/>
        </p:nvSpPr>
        <p:spPr>
          <a:xfrm>
            <a:off x="9418320" y="4690872"/>
            <a:ext cx="3108960" cy="9601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200" b="0">
                <a:solidFill>
                  <a:srgbClr val="C24E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−65만원</a:t>
            </a:r>
          </a:p>
        </p:txBody>
      </p:sp>
      <p:sp>
        <p:nvSpPr>
          <p:cNvPr id="28" name="!!m0b"/>
          <p:cNvSpPr txBox="1"/>
          <p:nvPr/>
        </p:nvSpPr>
        <p:spPr>
          <a:xfrm>
            <a:off x="9418320" y="5806440"/>
            <a:ext cx="3108960" cy="32918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</a:t>
            </a:r>
            <a:r>
              <a:rPr lang="ko-KR" altLang="en-US" sz="1800" b="0" dirty="0">
                <a:solidFill>
                  <a:srgbClr val="667085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30만원</a:t>
            </a:r>
          </a:p>
        </p:txBody>
      </p:sp>
      <p:sp>
        <p:nvSpPr>
          <p:cNvPr id="29" name="!!m1c"/>
          <p:cNvSpPr/>
          <p:nvPr/>
        </p:nvSpPr>
        <p:spPr>
          <a:xfrm>
            <a:off x="13075920" y="3849624"/>
            <a:ext cx="3840480" cy="24871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!!m1k"/>
          <p:cNvSpPr txBox="1"/>
          <p:nvPr/>
        </p:nvSpPr>
        <p:spPr>
          <a:xfrm>
            <a:off x="13441680" y="4197096"/>
            <a:ext cx="310896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처음 부족한 날</a:t>
            </a:r>
          </a:p>
        </p:txBody>
      </p:sp>
      <p:sp>
        <p:nvSpPr>
          <p:cNvPr id="31" name="!!m1v"/>
          <p:cNvSpPr txBox="1"/>
          <p:nvPr/>
        </p:nvSpPr>
        <p:spPr>
          <a:xfrm>
            <a:off x="13441680" y="4690872"/>
            <a:ext cx="3108960" cy="9601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200" b="0">
                <a:solidFill>
                  <a:srgbClr val="C24E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9월 18일</a:t>
            </a:r>
          </a:p>
        </p:txBody>
      </p:sp>
      <p:sp>
        <p:nvSpPr>
          <p:cNvPr id="32" name="!!m1b"/>
          <p:cNvSpPr txBox="1"/>
          <p:nvPr/>
        </p:nvSpPr>
        <p:spPr>
          <a:xfrm>
            <a:off x="13441680" y="5806440"/>
            <a:ext cx="3108960" cy="32918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</a:t>
            </a:r>
            <a:r>
              <a:rPr lang="ko-KR" altLang="en-US" sz="1800" b="0" dirty="0">
                <a:solidFill>
                  <a:srgbClr val="667085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없음</a:t>
            </a:r>
          </a:p>
        </p:txBody>
      </p:sp>
      <p:sp>
        <p:nvSpPr>
          <p:cNvPr id="33" name="!!m2c"/>
          <p:cNvSpPr/>
          <p:nvPr/>
        </p:nvSpPr>
        <p:spPr>
          <a:xfrm>
            <a:off x="9052560" y="6455664"/>
            <a:ext cx="3840480" cy="24871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!!m2k"/>
          <p:cNvSpPr txBox="1"/>
          <p:nvPr/>
        </p:nvSpPr>
        <p:spPr>
          <a:xfrm>
            <a:off x="9418320" y="6803136"/>
            <a:ext cx="310896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0원 아래인 날</a:t>
            </a:r>
          </a:p>
        </p:txBody>
      </p:sp>
      <p:sp>
        <p:nvSpPr>
          <p:cNvPr id="35" name="!!m2v"/>
          <p:cNvSpPr txBox="1"/>
          <p:nvPr/>
        </p:nvSpPr>
        <p:spPr>
          <a:xfrm>
            <a:off x="9418320" y="7296912"/>
            <a:ext cx="3108960" cy="9601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200" b="0">
                <a:solidFill>
                  <a:srgbClr val="C24E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5일</a:t>
            </a:r>
          </a:p>
        </p:txBody>
      </p:sp>
      <p:sp>
        <p:nvSpPr>
          <p:cNvPr id="36" name="!!m2b"/>
          <p:cNvSpPr txBox="1"/>
          <p:nvPr/>
        </p:nvSpPr>
        <p:spPr>
          <a:xfrm>
            <a:off x="9418320" y="8412480"/>
            <a:ext cx="3108960" cy="32918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</a:t>
            </a:r>
            <a:r>
              <a:rPr lang="ko-KR" altLang="en-US" sz="1800" b="0" dirty="0">
                <a:solidFill>
                  <a:srgbClr val="667085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0일</a:t>
            </a:r>
          </a:p>
        </p:txBody>
      </p:sp>
      <p:sp>
        <p:nvSpPr>
          <p:cNvPr id="37" name="!!m3c"/>
          <p:cNvSpPr/>
          <p:nvPr/>
        </p:nvSpPr>
        <p:spPr>
          <a:xfrm>
            <a:off x="13075920" y="6455664"/>
            <a:ext cx="3840480" cy="24871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!!m3k"/>
          <p:cNvSpPr txBox="1"/>
          <p:nvPr/>
        </p:nvSpPr>
        <p:spPr>
          <a:xfrm>
            <a:off x="13441680" y="6803136"/>
            <a:ext cx="3108960" cy="31089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안전선 아래인 날</a:t>
            </a:r>
          </a:p>
        </p:txBody>
      </p:sp>
      <p:sp>
        <p:nvSpPr>
          <p:cNvPr id="39" name="!!m3v"/>
          <p:cNvSpPr txBox="1"/>
          <p:nvPr/>
        </p:nvSpPr>
        <p:spPr>
          <a:xfrm>
            <a:off x="13441680" y="7296912"/>
            <a:ext cx="3108960" cy="9601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200" b="0">
                <a:solidFill>
                  <a:srgbClr val="C24E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21일</a:t>
            </a:r>
          </a:p>
        </p:txBody>
      </p:sp>
      <p:sp>
        <p:nvSpPr>
          <p:cNvPr id="40" name="!!m3b"/>
          <p:cNvSpPr txBox="1"/>
          <p:nvPr/>
        </p:nvSpPr>
        <p:spPr>
          <a:xfrm>
            <a:off x="13441680" y="8412480"/>
            <a:ext cx="3108960" cy="32918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원본 </a:t>
            </a:r>
            <a:r>
              <a:rPr lang="ko-KR" altLang="en-US" sz="1800" b="0" dirty="0">
                <a:solidFill>
                  <a:srgbClr val="667085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14일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상품별 매출</a:t>
            </a:r>
          </a:p>
        </p:txBody>
      </p:sp>
      <p:pic>
        <p:nvPicPr>
          <p:cNvPr id="12" name="!!c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4846320"/>
            <a:ext cx="2377440" cy="2377440"/>
          </a:xfrm>
          <a:prstGeom prst="rect">
            <a:avLst/>
          </a:prstGeom>
        </p:spPr>
      </p:pic>
      <p:sp>
        <p:nvSpPr>
          <p:cNvPr id="13" name="!!cupn"/>
          <p:cNvSpPr txBox="1"/>
          <p:nvPr/>
        </p:nvSpPr>
        <p:spPr>
          <a:xfrm>
            <a:off x="1463040" y="7498080"/>
            <a:ext cx="384048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34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14" name="!!k0c"/>
          <p:cNvSpPr/>
          <p:nvPr/>
        </p:nvSpPr>
        <p:spPr>
          <a:xfrm>
            <a:off x="6766560" y="5120640"/>
            <a:ext cx="4572000" cy="173736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k0t"/>
          <p:cNvSpPr txBox="1"/>
          <p:nvPr/>
        </p:nvSpPr>
        <p:spPr>
          <a:xfrm>
            <a:off x="6766560" y="5120640"/>
            <a:ext cx="4572000" cy="17373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3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값  </a:t>
            </a:r>
            <a:r>
              <a:rPr lang="ko-KR" altLang="en-US" sz="34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▲ 10%</a:t>
            </a:r>
          </a:p>
        </p:txBody>
      </p:sp>
      <p:sp>
        <p:nvSpPr>
          <p:cNvPr id="16" name="!!k1c"/>
          <p:cNvSpPr/>
          <p:nvPr/>
        </p:nvSpPr>
        <p:spPr>
          <a:xfrm>
            <a:off x="11978640" y="5120640"/>
            <a:ext cx="4572000" cy="173736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!!k1t"/>
          <p:cNvSpPr txBox="1"/>
          <p:nvPr/>
        </p:nvSpPr>
        <p:spPr>
          <a:xfrm>
            <a:off x="11978640" y="5120640"/>
            <a:ext cx="4572000" cy="17373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3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판매량  </a:t>
            </a:r>
            <a:r>
              <a:rPr lang="ko-KR" altLang="en-US" sz="34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▼ 5%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상품별 매출</a:t>
            </a:r>
          </a:p>
        </p:txBody>
      </p:sp>
      <p:pic>
        <p:nvPicPr>
          <p:cNvPr id="12" name="!!c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657600"/>
            <a:ext cx="822960" cy="822960"/>
          </a:xfrm>
          <a:prstGeom prst="rect">
            <a:avLst/>
          </a:prstGeom>
        </p:spPr>
      </p:pic>
      <p:sp>
        <p:nvSpPr>
          <p:cNvPr id="13" name="!!cupn"/>
          <p:cNvSpPr txBox="1"/>
          <p:nvPr/>
        </p:nvSpPr>
        <p:spPr>
          <a:xfrm>
            <a:off x="2633472" y="3657600"/>
            <a:ext cx="13716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2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14" name="!!k0c"/>
          <p:cNvSpPr/>
          <p:nvPr/>
        </p:nvSpPr>
        <p:spPr>
          <a:xfrm>
            <a:off x="4224528" y="3703320"/>
            <a:ext cx="274320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k0t"/>
          <p:cNvSpPr txBox="1"/>
          <p:nvPr/>
        </p:nvSpPr>
        <p:spPr>
          <a:xfrm>
            <a:off x="4224528" y="3703320"/>
            <a:ext cx="27432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값  </a:t>
            </a:r>
            <a:r>
              <a:rPr lang="ko-KR" altLang="en-US" sz="19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▲ 10%</a:t>
            </a:r>
          </a:p>
        </p:txBody>
      </p:sp>
      <p:sp>
        <p:nvSpPr>
          <p:cNvPr id="16" name="!!k1c"/>
          <p:cNvSpPr/>
          <p:nvPr/>
        </p:nvSpPr>
        <p:spPr>
          <a:xfrm>
            <a:off x="7242048" y="3703320"/>
            <a:ext cx="310896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!!k1t"/>
          <p:cNvSpPr txBox="1"/>
          <p:nvPr/>
        </p:nvSpPr>
        <p:spPr>
          <a:xfrm>
            <a:off x="7242048" y="3703320"/>
            <a:ext cx="310896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판매량  </a:t>
            </a:r>
            <a:r>
              <a:rPr lang="ko-KR" altLang="en-US" sz="19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▼ 5%</a:t>
            </a:r>
          </a:p>
        </p:txBody>
      </p:sp>
      <p:sp>
        <p:nvSpPr>
          <p:cNvPr id="18" name="!!blab"/>
          <p:cNvSpPr txBox="1"/>
          <p:nvPr/>
        </p:nvSpPr>
        <p:spPr>
          <a:xfrm>
            <a:off x="1645920" y="5833872"/>
            <a:ext cx="731520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라떼 한 달 매출</a:t>
            </a:r>
          </a:p>
        </p:txBody>
      </p:sp>
      <p:sp>
        <p:nvSpPr>
          <p:cNvPr id="19" name="!!bmax"/>
          <p:cNvSpPr txBox="1"/>
          <p:nvPr/>
        </p:nvSpPr>
        <p:spPr>
          <a:xfrm>
            <a:off x="1645920" y="5833872"/>
            <a:ext cx="1152144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 ~ 700만원</a:t>
            </a:r>
          </a:p>
        </p:txBody>
      </p:sp>
      <p:sp>
        <p:nvSpPr>
          <p:cNvPr id="20" name="!!bt"/>
          <p:cNvSpPr/>
          <p:nvPr/>
        </p:nvSpPr>
        <p:spPr>
          <a:xfrm>
            <a:off x="1645920" y="6400800"/>
            <a:ext cx="11521440" cy="13716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bbody"/>
          <p:cNvSpPr/>
          <p:nvPr/>
        </p:nvSpPr>
        <p:spPr>
          <a:xfrm>
            <a:off x="1645920" y="6400800"/>
            <a:ext cx="9282989" cy="1371600"/>
          </a:xfrm>
          <a:prstGeom prst="roundRect">
            <a:avLst>
              <a:gd name="adj" fmla="val 16000"/>
            </a:avLst>
          </a:prstGeom>
          <a:solidFill>
            <a:srgbClr val="3565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!!bsv"/>
          <p:cNvSpPr txBox="1"/>
          <p:nvPr/>
        </p:nvSpPr>
        <p:spPr>
          <a:xfrm>
            <a:off x="1645920" y="6400800"/>
            <a:ext cx="8577072" cy="1371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36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564</a:t>
            </a:r>
            <a:r>
              <a:rPr lang="ko-KR" altLang="en-US" sz="22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만원</a:t>
            </a:r>
          </a:p>
        </p:txBody>
      </p:sp>
      <p:cxnSp>
        <p:nvCxnSpPr>
          <p:cNvPr id="23" name="!!bmark"/>
          <p:cNvCxnSpPr/>
          <p:nvPr/>
        </p:nvCxnSpPr>
        <p:spPr>
          <a:xfrm>
            <a:off x="10533888" y="6400800"/>
            <a:ext cx="0" cy="1371600"/>
          </a:xfrm>
          <a:prstGeom prst="line">
            <a:avLst/>
          </a:prstGeom>
          <a:ln w="28575">
            <a:solidFill>
              <a:srgbClr val="FFFFFF"/>
            </a:solidFill>
            <a:prstDash val="dash"/>
          </a:ln>
        </p:spPr>
      </p:cxnSp>
      <p:cxnSp>
        <p:nvCxnSpPr>
          <p:cNvPr id="24" name="!!bmarkt"/>
          <p:cNvCxnSpPr/>
          <p:nvPr/>
        </p:nvCxnSpPr>
        <p:spPr>
          <a:xfrm>
            <a:off x="10533888" y="7772400"/>
            <a:ext cx="0" cy="274320"/>
          </a:xfrm>
          <a:prstGeom prst="line">
            <a:avLst/>
          </a:prstGeom>
          <a:ln w="19050">
            <a:solidFill>
              <a:srgbClr val="1B2233"/>
            </a:solidFill>
          </a:ln>
        </p:spPr>
      </p:cxnSp>
      <p:sp>
        <p:nvSpPr>
          <p:cNvPr id="25" name="!!bmarkl"/>
          <p:cNvSpPr txBox="1"/>
          <p:nvPr/>
        </p:nvSpPr>
        <p:spPr>
          <a:xfrm>
            <a:off x="9619488" y="8083296"/>
            <a:ext cx="1828800" cy="3657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7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지금</a:t>
            </a:r>
          </a:p>
        </p:txBody>
      </p:sp>
      <p:sp>
        <p:nvSpPr>
          <p:cNvPr id="26" name="!!bdl"/>
          <p:cNvSpPr txBox="1"/>
          <p:nvPr/>
        </p:nvSpPr>
        <p:spPr>
          <a:xfrm>
            <a:off x="13624560" y="5888736"/>
            <a:ext cx="3346704" cy="34747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7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늘어난 매출</a:t>
            </a:r>
          </a:p>
        </p:txBody>
      </p:sp>
      <p:sp>
        <p:nvSpPr>
          <p:cNvPr id="27" name="!!bd"/>
          <p:cNvSpPr txBox="1"/>
          <p:nvPr/>
        </p:nvSpPr>
        <p:spPr>
          <a:xfrm>
            <a:off x="13597128" y="6629400"/>
            <a:ext cx="334670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6000" b="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+24만원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상품별 매출</a:t>
            </a:r>
          </a:p>
        </p:txBody>
      </p:sp>
      <p:pic>
        <p:nvPicPr>
          <p:cNvPr id="12" name="!!c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657600"/>
            <a:ext cx="822960" cy="822960"/>
          </a:xfrm>
          <a:prstGeom prst="rect">
            <a:avLst/>
          </a:prstGeom>
        </p:spPr>
      </p:pic>
      <p:sp>
        <p:nvSpPr>
          <p:cNvPr id="13" name="!!cupn"/>
          <p:cNvSpPr txBox="1"/>
          <p:nvPr/>
        </p:nvSpPr>
        <p:spPr>
          <a:xfrm>
            <a:off x="2633472" y="3657600"/>
            <a:ext cx="13716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2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14" name="!!k0c"/>
          <p:cNvSpPr/>
          <p:nvPr/>
        </p:nvSpPr>
        <p:spPr>
          <a:xfrm>
            <a:off x="4224528" y="3703320"/>
            <a:ext cx="274320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k0t"/>
          <p:cNvSpPr txBox="1"/>
          <p:nvPr/>
        </p:nvSpPr>
        <p:spPr>
          <a:xfrm>
            <a:off x="4224528" y="3703320"/>
            <a:ext cx="27432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값  </a:t>
            </a:r>
            <a:r>
              <a:rPr lang="ko-KR" altLang="en-US" sz="19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▲ 10%</a:t>
            </a:r>
          </a:p>
        </p:txBody>
      </p:sp>
      <p:sp>
        <p:nvSpPr>
          <p:cNvPr id="16" name="!!k1c"/>
          <p:cNvSpPr/>
          <p:nvPr/>
        </p:nvSpPr>
        <p:spPr>
          <a:xfrm>
            <a:off x="7242048" y="3703320"/>
            <a:ext cx="310896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!!k1t"/>
          <p:cNvSpPr txBox="1"/>
          <p:nvPr/>
        </p:nvSpPr>
        <p:spPr>
          <a:xfrm>
            <a:off x="7242048" y="3703320"/>
            <a:ext cx="310896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판매량  </a:t>
            </a:r>
            <a:r>
              <a:rPr lang="ko-KR" altLang="en-US" sz="19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▼ 5%</a:t>
            </a:r>
          </a:p>
        </p:txBody>
      </p:sp>
      <p:sp>
        <p:nvSpPr>
          <p:cNvPr id="18" name="!!blab"/>
          <p:cNvSpPr txBox="1"/>
          <p:nvPr/>
        </p:nvSpPr>
        <p:spPr>
          <a:xfrm>
            <a:off x="1645920" y="5833872"/>
            <a:ext cx="731520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가게 한 달 매출</a:t>
            </a:r>
          </a:p>
        </p:txBody>
      </p:sp>
      <p:sp>
        <p:nvSpPr>
          <p:cNvPr id="19" name="!!bmax"/>
          <p:cNvSpPr txBox="1"/>
          <p:nvPr/>
        </p:nvSpPr>
        <p:spPr>
          <a:xfrm>
            <a:off x="1645920" y="5833872"/>
            <a:ext cx="1152144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 ~ 2,400만원</a:t>
            </a:r>
          </a:p>
        </p:txBody>
      </p:sp>
      <p:sp>
        <p:nvSpPr>
          <p:cNvPr id="20" name="!!bt"/>
          <p:cNvSpPr/>
          <p:nvPr/>
        </p:nvSpPr>
        <p:spPr>
          <a:xfrm>
            <a:off x="1645920" y="6400800"/>
            <a:ext cx="11521440" cy="13716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bbody"/>
          <p:cNvSpPr/>
          <p:nvPr/>
        </p:nvSpPr>
        <p:spPr>
          <a:xfrm>
            <a:off x="1645920" y="6400800"/>
            <a:ext cx="10705338" cy="1371600"/>
          </a:xfrm>
          <a:prstGeom prst="roundRect">
            <a:avLst>
              <a:gd name="adj" fmla="val 16000"/>
            </a:avLst>
          </a:prstGeom>
          <a:solidFill>
            <a:srgbClr val="5B8D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!!b"/>
          <p:cNvSpPr/>
          <p:nvPr/>
        </p:nvSpPr>
        <p:spPr>
          <a:xfrm>
            <a:off x="1645920" y="6400800"/>
            <a:ext cx="2592324" cy="1371600"/>
          </a:xfrm>
          <a:prstGeom prst="roundRect">
            <a:avLst>
              <a:gd name="adj" fmla="val 16000"/>
            </a:avLst>
          </a:prstGeom>
          <a:solidFill>
            <a:srgbClr val="3565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!!bv"/>
          <p:cNvSpPr txBox="1"/>
          <p:nvPr/>
        </p:nvSpPr>
        <p:spPr>
          <a:xfrm>
            <a:off x="1645920" y="6400800"/>
            <a:ext cx="2592324" cy="1371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2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24" name="!!bsv"/>
          <p:cNvSpPr txBox="1"/>
          <p:nvPr/>
        </p:nvSpPr>
        <p:spPr>
          <a:xfrm>
            <a:off x="4238244" y="6400800"/>
            <a:ext cx="7802118" cy="1371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36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2,230</a:t>
            </a:r>
            <a:r>
              <a:rPr lang="ko-KR" altLang="en-US" sz="22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만원</a:t>
            </a:r>
          </a:p>
        </p:txBody>
      </p:sp>
      <p:sp>
        <p:nvSpPr>
          <p:cNvPr id="25" name="!!bdl"/>
          <p:cNvSpPr txBox="1"/>
          <p:nvPr/>
        </p:nvSpPr>
        <p:spPr>
          <a:xfrm>
            <a:off x="13624560" y="5833872"/>
            <a:ext cx="3346704" cy="41002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7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라떼 비중</a:t>
            </a:r>
          </a:p>
        </p:txBody>
      </p:sp>
      <p:sp>
        <p:nvSpPr>
          <p:cNvPr id="26" name="!!bd"/>
          <p:cNvSpPr txBox="1"/>
          <p:nvPr/>
        </p:nvSpPr>
        <p:spPr>
          <a:xfrm>
            <a:off x="13624560" y="6601968"/>
            <a:ext cx="334670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en-US" altLang="ko-KR" sz="6000" dirty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24.2%</a:t>
            </a:r>
            <a:endParaRPr lang="ko-KR" altLang="en-US" sz="6000" b="0" dirty="0">
              <a:solidFill>
                <a:srgbClr val="3565D8"/>
              </a:solidFill>
              <a:latin typeface="삼성긴고딕 Bold" panose="020B0600000101010101" pitchFamily="50" charset="-127"/>
              <a:ea typeface="삼성긴고딕 Bold" panose="020B0600000101010101" pitchFamily="50" charset="-127"/>
            </a:endParaRPr>
          </a:p>
        </p:txBody>
      </p:sp>
      <p:sp>
        <p:nvSpPr>
          <p:cNvPr id="27" name="!!bx"/>
          <p:cNvSpPr txBox="1"/>
          <p:nvPr/>
        </p:nvSpPr>
        <p:spPr>
          <a:xfrm>
            <a:off x="13624560" y="7589520"/>
            <a:ext cx="3346704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540만 / 2,230만원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eyebrow"/>
          <p:cNvSpPr txBox="1"/>
          <p:nvPr/>
        </p:nvSpPr>
        <p:spPr>
          <a:xfrm>
            <a:off x="914400" y="640080"/>
            <a:ext cx="109728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0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시나리오</a:t>
            </a:r>
          </a:p>
        </p:txBody>
      </p:sp>
      <p:cxnSp>
        <p:nvCxnSpPr>
          <p:cNvPr id="4" name="!!rule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E6E9EF"/>
            </a:solidFill>
          </a:ln>
        </p:spPr>
      </p:cxnSp>
      <p:sp>
        <p:nvSpPr>
          <p:cNvPr id="5" name="!!stage"/>
          <p:cNvSpPr/>
          <p:nvPr/>
        </p:nvSpPr>
        <p:spPr>
          <a:xfrm>
            <a:off x="914400" y="3346704"/>
            <a:ext cx="16459200" cy="562356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!!c0"/>
          <p:cNvSpPr/>
          <p:nvPr/>
        </p:nvSpPr>
        <p:spPr>
          <a:xfrm>
            <a:off x="914400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7" name="!!i0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298448" y="2148840"/>
            <a:ext cx="676656" cy="676656"/>
          </a:xfrm>
          <a:prstGeom prst="rect">
            <a:avLst/>
          </a:prstGeom>
        </p:spPr>
      </p:pic>
      <p:sp>
        <p:nvSpPr>
          <p:cNvPr id="8" name="!!l0"/>
          <p:cNvSpPr txBox="1"/>
          <p:nvPr/>
        </p:nvSpPr>
        <p:spPr>
          <a:xfrm>
            <a:off x="2231136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정산 지연</a:t>
            </a:r>
          </a:p>
        </p:txBody>
      </p:sp>
      <p:sp>
        <p:nvSpPr>
          <p:cNvPr id="9" name="!!c6"/>
          <p:cNvSpPr/>
          <p:nvPr/>
        </p:nvSpPr>
        <p:spPr>
          <a:xfrm>
            <a:off x="5266944" y="1938528"/>
            <a:ext cx="4023360" cy="109728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" name="!!i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48840"/>
            <a:ext cx="676656" cy="676656"/>
          </a:xfrm>
          <a:prstGeom prst="rect">
            <a:avLst/>
          </a:prstGeom>
        </p:spPr>
      </p:pic>
      <p:sp>
        <p:nvSpPr>
          <p:cNvPr id="11" name="!!l6"/>
          <p:cNvSpPr txBox="1"/>
          <p:nvPr/>
        </p:nvSpPr>
        <p:spPr>
          <a:xfrm>
            <a:off x="6583680" y="1938528"/>
            <a:ext cx="237744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상품별 매출</a:t>
            </a:r>
          </a:p>
        </p:txBody>
      </p:sp>
      <p:pic>
        <p:nvPicPr>
          <p:cNvPr id="12" name="!!cu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657600"/>
            <a:ext cx="822960" cy="822960"/>
          </a:xfrm>
          <a:prstGeom prst="rect">
            <a:avLst/>
          </a:prstGeom>
        </p:spPr>
      </p:pic>
      <p:sp>
        <p:nvSpPr>
          <p:cNvPr id="13" name="!!cupn"/>
          <p:cNvSpPr txBox="1"/>
          <p:nvPr/>
        </p:nvSpPr>
        <p:spPr>
          <a:xfrm>
            <a:off x="2633472" y="3657600"/>
            <a:ext cx="1371600" cy="8229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2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14" name="!!k0c"/>
          <p:cNvSpPr/>
          <p:nvPr/>
        </p:nvSpPr>
        <p:spPr>
          <a:xfrm>
            <a:off x="4224528" y="3703320"/>
            <a:ext cx="274320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!!k0t"/>
          <p:cNvSpPr txBox="1"/>
          <p:nvPr/>
        </p:nvSpPr>
        <p:spPr>
          <a:xfrm>
            <a:off x="4224528" y="3703320"/>
            <a:ext cx="27432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값  </a:t>
            </a:r>
            <a:r>
              <a:rPr lang="ko-KR" altLang="en-US" sz="19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▲ 10%</a:t>
            </a:r>
          </a:p>
        </p:txBody>
      </p:sp>
      <p:sp>
        <p:nvSpPr>
          <p:cNvPr id="16" name="!!k1c"/>
          <p:cNvSpPr/>
          <p:nvPr/>
        </p:nvSpPr>
        <p:spPr>
          <a:xfrm>
            <a:off x="7242048" y="3703320"/>
            <a:ext cx="3108960" cy="731520"/>
          </a:xfrm>
          <a:prstGeom prst="roundRect">
            <a:avLst>
              <a:gd name="adj" fmla="val 20000"/>
            </a:avLst>
          </a:prstGeom>
          <a:solidFill>
            <a:srgbClr val="E3ECF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!!k1t"/>
          <p:cNvSpPr txBox="1"/>
          <p:nvPr/>
        </p:nvSpPr>
        <p:spPr>
          <a:xfrm>
            <a:off x="7242048" y="3703320"/>
            <a:ext cx="310896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9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판매량  </a:t>
            </a:r>
            <a:r>
              <a:rPr lang="ko-KR" altLang="en-US" sz="1900" b="0">
                <a:solidFill>
                  <a:srgbClr val="A0704E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▼ 5%</a:t>
            </a:r>
          </a:p>
        </p:txBody>
      </p:sp>
      <p:sp>
        <p:nvSpPr>
          <p:cNvPr id="18" name="!!blab"/>
          <p:cNvSpPr txBox="1"/>
          <p:nvPr/>
        </p:nvSpPr>
        <p:spPr>
          <a:xfrm>
            <a:off x="1645920" y="5833872"/>
            <a:ext cx="731520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가게 한 달 매출</a:t>
            </a:r>
          </a:p>
        </p:txBody>
      </p:sp>
      <p:sp>
        <p:nvSpPr>
          <p:cNvPr id="19" name="!!bmax"/>
          <p:cNvSpPr txBox="1"/>
          <p:nvPr/>
        </p:nvSpPr>
        <p:spPr>
          <a:xfrm>
            <a:off x="1645920" y="5833872"/>
            <a:ext cx="11521440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16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 ~ 2,400만원</a:t>
            </a:r>
          </a:p>
        </p:txBody>
      </p:sp>
      <p:sp>
        <p:nvSpPr>
          <p:cNvPr id="20" name="!!bt"/>
          <p:cNvSpPr/>
          <p:nvPr/>
        </p:nvSpPr>
        <p:spPr>
          <a:xfrm>
            <a:off x="1645920" y="6400800"/>
            <a:ext cx="11521440" cy="1371600"/>
          </a:xfrm>
          <a:prstGeom prst="roundRect">
            <a:avLst>
              <a:gd name="adj" fmla="val 16000"/>
            </a:avLst>
          </a:prstGeom>
          <a:solidFill>
            <a:srgbClr val="EEF1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!!bbody"/>
          <p:cNvSpPr/>
          <p:nvPr/>
        </p:nvSpPr>
        <p:spPr>
          <a:xfrm>
            <a:off x="1645920" y="6400800"/>
            <a:ext cx="10820552" cy="1371600"/>
          </a:xfrm>
          <a:prstGeom prst="roundRect">
            <a:avLst>
              <a:gd name="adj" fmla="val 16000"/>
            </a:avLst>
          </a:prstGeom>
          <a:solidFill>
            <a:srgbClr val="5B8D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!!b"/>
          <p:cNvSpPr/>
          <p:nvPr/>
        </p:nvSpPr>
        <p:spPr>
          <a:xfrm>
            <a:off x="1645920" y="6400800"/>
            <a:ext cx="2707538" cy="1371600"/>
          </a:xfrm>
          <a:prstGeom prst="roundRect">
            <a:avLst>
              <a:gd name="adj" fmla="val 16000"/>
            </a:avLst>
          </a:prstGeom>
          <a:solidFill>
            <a:srgbClr val="3565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!!bv"/>
          <p:cNvSpPr txBox="1"/>
          <p:nvPr/>
        </p:nvSpPr>
        <p:spPr>
          <a:xfrm>
            <a:off x="1645920" y="6400800"/>
            <a:ext cx="2707538" cy="1371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22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라떼</a:t>
            </a:r>
          </a:p>
        </p:txBody>
      </p:sp>
      <p:sp>
        <p:nvSpPr>
          <p:cNvPr id="24" name="!!bsv"/>
          <p:cNvSpPr txBox="1"/>
          <p:nvPr/>
        </p:nvSpPr>
        <p:spPr>
          <a:xfrm>
            <a:off x="4353458" y="6400800"/>
            <a:ext cx="7686904" cy="1371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r"/>
            <a:r>
              <a:rPr lang="ko-KR" altLang="en-US" sz="36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2,254</a:t>
            </a:r>
            <a:r>
              <a:rPr lang="ko-KR" altLang="en-US" sz="2200" b="0">
                <a:solidFill>
                  <a:srgbClr val="FFFFFF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만원</a:t>
            </a:r>
          </a:p>
        </p:txBody>
      </p:sp>
      <p:cxnSp>
        <p:nvCxnSpPr>
          <p:cNvPr id="25" name="!!bmark"/>
          <p:cNvCxnSpPr/>
          <p:nvPr/>
        </p:nvCxnSpPr>
        <p:spPr>
          <a:xfrm>
            <a:off x="12351258" y="6400800"/>
            <a:ext cx="0" cy="1371600"/>
          </a:xfrm>
          <a:prstGeom prst="line">
            <a:avLst/>
          </a:prstGeom>
          <a:ln w="28575">
            <a:solidFill>
              <a:srgbClr val="FFFFFF"/>
            </a:solidFill>
            <a:prstDash val="dash"/>
          </a:ln>
        </p:spPr>
      </p:cxnSp>
      <p:cxnSp>
        <p:nvCxnSpPr>
          <p:cNvPr id="26" name="!!bmarkt"/>
          <p:cNvCxnSpPr/>
          <p:nvPr/>
        </p:nvCxnSpPr>
        <p:spPr>
          <a:xfrm>
            <a:off x="12351258" y="7772400"/>
            <a:ext cx="0" cy="274320"/>
          </a:xfrm>
          <a:prstGeom prst="line">
            <a:avLst/>
          </a:prstGeom>
          <a:ln w="19050">
            <a:solidFill>
              <a:srgbClr val="1B2233"/>
            </a:solidFill>
          </a:ln>
        </p:spPr>
      </p:cxnSp>
      <p:sp>
        <p:nvSpPr>
          <p:cNvPr id="27" name="!!bmarkl"/>
          <p:cNvSpPr txBox="1"/>
          <p:nvPr/>
        </p:nvSpPr>
        <p:spPr>
          <a:xfrm>
            <a:off x="11436858" y="8083296"/>
            <a:ext cx="1828800" cy="3657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/>
            <a:r>
              <a:rPr lang="ko-KR" altLang="en-US" sz="17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지금</a:t>
            </a:r>
          </a:p>
        </p:txBody>
      </p:sp>
      <p:sp>
        <p:nvSpPr>
          <p:cNvPr id="28" name="!!bdl"/>
          <p:cNvSpPr txBox="1"/>
          <p:nvPr/>
        </p:nvSpPr>
        <p:spPr>
          <a:xfrm>
            <a:off x="13624560" y="5888736"/>
            <a:ext cx="3346704" cy="34747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7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늘어난 매출</a:t>
            </a:r>
          </a:p>
        </p:txBody>
      </p:sp>
      <p:sp>
        <p:nvSpPr>
          <p:cNvPr id="29" name="!!bd"/>
          <p:cNvSpPr txBox="1"/>
          <p:nvPr/>
        </p:nvSpPr>
        <p:spPr>
          <a:xfrm>
            <a:off x="13624560" y="6309360"/>
            <a:ext cx="3346704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4400" b="0">
                <a:solidFill>
                  <a:srgbClr val="3565D8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+24만원</a:t>
            </a:r>
          </a:p>
        </p:txBody>
      </p:sp>
      <p:sp>
        <p:nvSpPr>
          <p:cNvPr id="30" name="!!bp"/>
          <p:cNvSpPr txBox="1"/>
          <p:nvPr/>
        </p:nvSpPr>
        <p:spPr>
          <a:xfrm>
            <a:off x="13624560" y="7296912"/>
            <a:ext cx="3346704" cy="51206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2600" b="0">
                <a:solidFill>
                  <a:srgbClr val="1B2233"/>
                </a:solidFill>
                <a:latin typeface="삼성긴고딕 Bold" panose="020B0600000101010101" pitchFamily="50" charset="-127"/>
                <a:ea typeface="삼성긴고딕 Bold" panose="020B0600000101010101" pitchFamily="50" charset="-127"/>
              </a:rPr>
              <a:t>+1.1%</a:t>
            </a:r>
          </a:p>
        </p:txBody>
      </p:sp>
      <p:sp>
        <p:nvSpPr>
          <p:cNvPr id="31" name="!!bx"/>
          <p:cNvSpPr txBox="1"/>
          <p:nvPr/>
        </p:nvSpPr>
        <p:spPr>
          <a:xfrm>
            <a:off x="13624560" y="7882128"/>
            <a:ext cx="3346704" cy="402336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r>
              <a:rPr lang="ko-KR" altLang="en-US" sz="18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×1.0109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68B74-8327-4EB0-AD5D-A44EF76BA14C}"/>
              </a:ext>
            </a:extLst>
          </p:cNvPr>
          <p:cNvSpPr txBox="1"/>
          <p:nvPr/>
        </p:nvSpPr>
        <p:spPr>
          <a:xfrm>
            <a:off x="914400" y="739974"/>
            <a:ext cx="10972800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 및 구현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2CBDB88-13A0-42DF-B936-6908D78D6A0A}"/>
              </a:ext>
            </a:extLst>
          </p:cNvPr>
          <p:cNvSpPr/>
          <p:nvPr/>
        </p:nvSpPr>
        <p:spPr>
          <a:xfrm>
            <a:off x="5105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카드 동작 구조"/>
          <p:cNvSpPr/>
          <p:nvPr/>
        </p:nvSpPr>
        <p:spPr>
          <a:xfrm>
            <a:off x="914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EDBA16-84A5-46A1-8A79-B918E3B7D838}"/>
              </a:ext>
            </a:extLst>
          </p:cNvPr>
          <p:cNvCxnSpPr/>
          <p:nvPr/>
        </p:nvCxnSpPr>
        <p:spPr>
          <a:xfrm>
            <a:off x="5651500" y="4724400"/>
            <a:ext cx="2794000" cy="0"/>
          </a:xfrm>
          <a:prstGeom prst="line">
            <a:avLst/>
          </a:prstGeom>
          <a:ln w="15240">
            <a:solidFill>
              <a:srgbClr val="E6E9E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5B46E3F3-69DB-4913-B829-CBD1F32A28F2}"/>
              </a:ext>
            </a:extLst>
          </p:cNvPr>
          <p:cNvSpPr/>
          <p:nvPr/>
        </p:nvSpPr>
        <p:spPr>
          <a:xfrm>
            <a:off x="5651500" y="4114800"/>
            <a:ext cx="2794001" cy="866141"/>
          </a:xfrm>
          <a:custGeom>
            <a:avLst/>
            <a:gdLst/>
            <a:ahLst/>
            <a:cxnLst/>
            <a:rect l="0" t="0" r="0" b="0"/>
            <a:pathLst>
              <a:path w="2794001" h="866141">
                <a:moveTo>
                  <a:pt x="0" y="111760"/>
                </a:moveTo>
                <a:lnTo>
                  <a:pt x="399143" y="0"/>
                </a:lnTo>
                <a:lnTo>
                  <a:pt x="798286" y="223520"/>
                </a:lnTo>
                <a:lnTo>
                  <a:pt x="1197428" y="139700"/>
                </a:lnTo>
                <a:lnTo>
                  <a:pt x="1596572" y="474980"/>
                </a:lnTo>
                <a:lnTo>
                  <a:pt x="1995714" y="642620"/>
                </a:lnTo>
                <a:lnTo>
                  <a:pt x="2394857" y="866140"/>
                </a:lnTo>
                <a:lnTo>
                  <a:pt x="2794000" y="69850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BF332A-9F17-4158-98CC-AB9E5C7370B3}"/>
              </a:ext>
            </a:extLst>
          </p:cNvPr>
          <p:cNvSpPr txBox="1"/>
          <p:nvPr/>
        </p:nvSpPr>
        <p:spPr>
          <a:xfrm>
            <a:off x="5105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예측 그래프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B00E6AB-7686-409B-AFE5-64D620366603}"/>
              </a:ext>
            </a:extLst>
          </p:cNvPr>
          <p:cNvSpPr/>
          <p:nvPr/>
        </p:nvSpPr>
        <p:spPr>
          <a:xfrm>
            <a:off x="9296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B15FB0F-3B7D-4548-B292-6B538DDBD2E0}"/>
              </a:ext>
            </a:extLst>
          </p:cNvPr>
          <p:cNvSpPr/>
          <p:nvPr/>
        </p:nvSpPr>
        <p:spPr>
          <a:xfrm>
            <a:off x="9842500" y="4505960"/>
            <a:ext cx="1397001" cy="55881"/>
          </a:xfrm>
          <a:custGeom>
            <a:avLst/>
            <a:gdLst/>
            <a:ahLst/>
            <a:cxnLst/>
            <a:rect l="0" t="0" r="0" b="0"/>
            <a:pathLst>
              <a:path w="1397001" h="55881">
                <a:moveTo>
                  <a:pt x="0" y="27940"/>
                </a:moveTo>
                <a:lnTo>
                  <a:pt x="465667" y="0"/>
                </a:lnTo>
                <a:lnTo>
                  <a:pt x="931333" y="55880"/>
                </a:lnTo>
                <a:lnTo>
                  <a:pt x="1397000" y="27940"/>
                </a:lnTo>
              </a:path>
            </a:pathLst>
          </a:custGeom>
          <a:ln w="44450">
            <a:solidFill>
              <a:srgbClr val="6670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F68FF4C8-4143-46E1-A133-6E2A6E74BA49}"/>
              </a:ext>
            </a:extLst>
          </p:cNvPr>
          <p:cNvSpPr/>
          <p:nvPr/>
        </p:nvSpPr>
        <p:spPr>
          <a:xfrm>
            <a:off x="11239500" y="3947160"/>
            <a:ext cx="1397001" cy="586741"/>
          </a:xfrm>
          <a:custGeom>
            <a:avLst/>
            <a:gdLst/>
            <a:ahLst/>
            <a:cxnLst/>
            <a:rect l="0" t="0" r="0" b="0"/>
            <a:pathLst>
              <a:path w="1397001" h="586741">
                <a:moveTo>
                  <a:pt x="0" y="586740"/>
                </a:moveTo>
                <a:lnTo>
                  <a:pt x="465667" y="363220"/>
                </a:lnTo>
                <a:lnTo>
                  <a:pt x="931333" y="195580"/>
                </a:lnTo>
                <a:lnTo>
                  <a:pt x="1397000" y="0"/>
                </a:lnTo>
              </a:path>
            </a:pathLst>
          </a:custGeom>
          <a:ln w="4445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CDD9A1E-CDFF-4E03-8A64-C08FC5E145D2}"/>
              </a:ext>
            </a:extLst>
          </p:cNvPr>
          <p:cNvSpPr/>
          <p:nvPr/>
        </p:nvSpPr>
        <p:spPr>
          <a:xfrm>
            <a:off x="11239500" y="4533900"/>
            <a:ext cx="1397001" cy="558801"/>
          </a:xfrm>
          <a:custGeom>
            <a:avLst/>
            <a:gdLst/>
            <a:ahLst/>
            <a:cxnLst/>
            <a:rect l="0" t="0" r="0" b="0"/>
            <a:pathLst>
              <a:path w="1397001" h="558801">
                <a:moveTo>
                  <a:pt x="0" y="0"/>
                </a:moveTo>
                <a:lnTo>
                  <a:pt x="465667" y="195580"/>
                </a:lnTo>
                <a:lnTo>
                  <a:pt x="931333" y="391160"/>
                </a:lnTo>
                <a:lnTo>
                  <a:pt x="1397000" y="558800"/>
                </a:lnTo>
              </a:path>
            </a:pathLst>
          </a:custGeom>
          <a:ln w="44450">
            <a:solidFill>
              <a:srgbClr val="A0704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A3B9D-B958-42EF-845B-D5934A408C0B}"/>
              </a:ext>
            </a:extLst>
          </p:cNvPr>
          <p:cNvSpPr txBox="1"/>
          <p:nvPr/>
        </p:nvSpPr>
        <p:spPr>
          <a:xfrm>
            <a:off x="9296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시나리오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3D3F5D-8DB1-4FF4-9FE0-90E340160F20}"/>
              </a:ext>
            </a:extLst>
          </p:cNvPr>
          <p:cNvSpPr/>
          <p:nvPr/>
        </p:nvSpPr>
        <p:spPr>
          <a:xfrm>
            <a:off x="13487400" y="3124200"/>
            <a:ext cx="3886200" cy="381000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2EDBE63-E11D-41D4-9908-61D74F57E758}"/>
              </a:ext>
            </a:extLst>
          </p:cNvPr>
          <p:cNvSpPr/>
          <p:nvPr/>
        </p:nvSpPr>
        <p:spPr>
          <a:xfrm>
            <a:off x="14566900" y="3759200"/>
            <a:ext cx="1727200" cy="1574800"/>
          </a:xfrm>
          <a:prstGeom prst="roundRect">
            <a:avLst>
              <a:gd name="adj" fmla="val 8000"/>
            </a:avLst>
          </a:prstGeom>
          <a:solidFill>
            <a:srgbClr val="E3ECF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280A744-D767-4B05-9FF0-9B6200E4004D}"/>
              </a:ext>
            </a:extLst>
          </p:cNvPr>
          <p:cNvCxnSpPr/>
          <p:nvPr/>
        </p:nvCxnSpPr>
        <p:spPr>
          <a:xfrm>
            <a:off x="14871700" y="4140200"/>
            <a:ext cx="1117600" cy="0"/>
          </a:xfrm>
          <a:prstGeom prst="line">
            <a:avLst/>
          </a:prstGeom>
          <a:ln w="3810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4B9192D-C749-4ED8-BD88-7A20643B36DE}"/>
              </a:ext>
            </a:extLst>
          </p:cNvPr>
          <p:cNvCxnSpPr/>
          <p:nvPr/>
        </p:nvCxnSpPr>
        <p:spPr>
          <a:xfrm>
            <a:off x="14871700" y="4470400"/>
            <a:ext cx="8128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938B5A-A767-40EC-A3C4-6FB549D516BA}"/>
              </a:ext>
            </a:extLst>
          </p:cNvPr>
          <p:cNvCxnSpPr/>
          <p:nvPr/>
        </p:nvCxnSpPr>
        <p:spPr>
          <a:xfrm>
            <a:off x="14871700" y="4800600"/>
            <a:ext cx="10160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98BAC25-25D0-409C-8104-4EB05001604C}"/>
              </a:ext>
            </a:extLst>
          </p:cNvPr>
          <p:cNvCxnSpPr/>
          <p:nvPr/>
        </p:nvCxnSpPr>
        <p:spPr>
          <a:xfrm>
            <a:off x="14871700" y="5130800"/>
            <a:ext cx="609600" cy="0"/>
          </a:xfrm>
          <a:prstGeom prst="line">
            <a:avLst/>
          </a:prstGeom>
          <a:ln w="38100">
            <a:solidFill>
              <a:srgbClr val="9AA1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573031-A3CD-4781-9287-BF80FA7A5887}"/>
              </a:ext>
            </a:extLst>
          </p:cNvPr>
          <p:cNvSpPr txBox="1"/>
          <p:nvPr/>
        </p:nvSpPr>
        <p:spPr>
          <a:xfrm>
            <a:off x="13487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 작성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CC0F086-1EB5-4EF6-8467-896BE61D8F6F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밑줄">
            <a:extLst>
              <a:ext uri="{FF2B5EF4-FFF2-40B4-BE49-F238E27FC236}">
                <a16:creationId xmlns:a16="http://schemas.microsoft.com/office/drawing/2014/main" id="{D3B302AF-FCE6-4B14-8DFF-BDBEB1517801}"/>
              </a:ext>
            </a:extLst>
          </p:cNvPr>
          <p:cNvCxnSpPr/>
          <p:nvPr/>
        </p:nvCxnSpPr>
        <p:spPr>
          <a:xfrm>
            <a:off x="13429000" y="7208874"/>
            <a:ext cx="4003000" cy="0"/>
          </a:xfrm>
          <a:prstGeom prst="line">
            <a:avLst/>
          </a:prstGeom>
          <a:ln w="69850">
            <a:solidFill>
              <a:srgbClr val="3565D8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이름 동작 구조"/>
          <p:cNvSpPr txBox="1"/>
          <p:nvPr/>
        </p:nvSpPr>
        <p:spPr>
          <a:xfrm>
            <a:off x="914400" y="5844401"/>
            <a:ext cx="38862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동작 구조</a:t>
            </a:r>
          </a:p>
        </p:txBody>
      </p:sp>
      <p:sp>
        <p:nvSpPr>
          <p:cNvPr id="28" name="흐름 1"/>
          <p:cNvSpPr/>
          <p:nvPr/>
        </p:nvSpPr>
        <p:spPr>
          <a:xfrm>
            <a:off x="14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흐름 화살표 1"/>
          <p:cNvCxnSpPr/>
          <p:nvPr/>
        </p:nvCxnSpPr>
        <p:spPr>
          <a:xfrm>
            <a:off x="21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흐름 2"/>
          <p:cNvSpPr/>
          <p:nvPr/>
        </p:nvSpPr>
        <p:spPr>
          <a:xfrm>
            <a:off x="25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 cap="rnd">
            <a:solidFill>
              <a:srgbClr val="9AA1A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흐름 화살표 2"/>
          <p:cNvCxnSpPr/>
          <p:nvPr/>
        </p:nvCxnSpPr>
        <p:spPr>
          <a:xfrm>
            <a:off x="3227500" y="4450000"/>
            <a:ext cx="360000" cy="0"/>
          </a:xfrm>
          <a:prstGeom prst="line">
            <a:avLst/>
          </a:prstGeom>
          <a:ln w="38100" cap="rnd">
            <a:solidFill>
              <a:srgbClr val="9AA1A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흐름 3"/>
          <p:cNvSpPr/>
          <p:nvPr/>
        </p:nvSpPr>
        <p:spPr>
          <a:xfrm>
            <a:off x="3677500" y="4170000"/>
            <a:ext cx="560000" cy="560000"/>
          </a:xfrm>
          <a:prstGeom prst="roundRect">
            <a:avLst>
              <a:gd name="adj" fmla="val 22000"/>
            </a:avLst>
          </a:prstGeom>
          <a:solidFill>
            <a:srgbClr val="3565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450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3DFE95A-CA5D-4ABE-AFAE-61A1E54CD0B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paper"/>
          <p:cNvSpPr/>
          <p:nvPr/>
        </p:nvSpPr>
        <p:spPr>
          <a:xfrm>
            <a:off x="2400000" y="2250000"/>
            <a:ext cx="13500000" cy="640000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71" name="papertitle"/>
          <p:cNvSpPr txBox="1"/>
          <p:nvPr/>
        </p:nvSpPr>
        <p:spPr>
          <a:xfrm>
            <a:off x="2880000" y="2513779"/>
            <a:ext cx="12540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거래</a:t>
            </a:r>
            <a:r>
              <a:rPr sz="3200" b="1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32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내역</a:t>
            </a:r>
            <a:r>
              <a:rPr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   2026년 3월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0000" y="3201501"/>
            <a:ext cx="12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날짜</a:t>
            </a:r>
            <a:endParaRPr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180000" y="3201501"/>
            <a:ext cx="41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적요</a:t>
            </a:r>
            <a:endParaRPr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380000" y="3201501"/>
            <a:ext cx="29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금액</a:t>
            </a:r>
            <a:endParaRPr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480000" y="3201501"/>
            <a:ext cx="3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검토</a:t>
            </a:r>
            <a:r>
              <a:rPr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상태</a:t>
            </a:r>
            <a:endParaRPr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6" name="r0date"/>
          <p:cNvSpPr txBox="1"/>
          <p:nvPr/>
        </p:nvSpPr>
        <p:spPr>
          <a:xfrm>
            <a:off x="2880000" y="374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03.04</a:t>
            </a:r>
          </a:p>
        </p:txBody>
      </p:sp>
      <p:sp>
        <p:nvSpPr>
          <p:cNvPr id="77" name="r0name"/>
          <p:cNvSpPr txBox="1"/>
          <p:nvPr/>
        </p:nvSpPr>
        <p:spPr>
          <a:xfrm>
            <a:off x="4180000" y="371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우아한형제들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정산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8" name="r0amt"/>
          <p:cNvSpPr txBox="1"/>
          <p:nvPr/>
        </p:nvSpPr>
        <p:spPr>
          <a:xfrm>
            <a:off x="8380000" y="371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+4,182,000</a:t>
            </a:r>
          </a:p>
        </p:txBody>
      </p:sp>
      <p:sp>
        <p:nvSpPr>
          <p:cNvPr id="79" name="r0stampbox"/>
          <p:cNvSpPr/>
          <p:nvPr/>
        </p:nvSpPr>
        <p:spPr>
          <a:xfrm>
            <a:off x="11480000" y="369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80" name="r0stamp"/>
          <p:cNvSpPr txBox="1"/>
          <p:nvPr/>
        </p:nvSpPr>
        <p:spPr>
          <a:xfrm>
            <a:off x="11480000" y="374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증빙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확인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완료</a:t>
            </a:r>
            <a:endParaRPr sz="2000" b="1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1" name="r1date"/>
          <p:cNvSpPr txBox="1"/>
          <p:nvPr/>
        </p:nvSpPr>
        <p:spPr>
          <a:xfrm>
            <a:off x="2880000" y="436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03.07</a:t>
            </a:r>
          </a:p>
        </p:txBody>
      </p:sp>
      <p:sp>
        <p:nvSpPr>
          <p:cNvPr id="82" name="r1name"/>
          <p:cNvSpPr txBox="1"/>
          <p:nvPr/>
        </p:nvSpPr>
        <p:spPr>
          <a:xfrm>
            <a:off x="4180000" y="433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코스트코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3" name="r1amt"/>
          <p:cNvSpPr txBox="1"/>
          <p:nvPr/>
        </p:nvSpPr>
        <p:spPr>
          <a:xfrm>
            <a:off x="8380000" y="433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−342,000</a:t>
            </a:r>
          </a:p>
        </p:txBody>
      </p:sp>
      <p:sp>
        <p:nvSpPr>
          <p:cNvPr id="84" name="r1stampbox"/>
          <p:cNvSpPr/>
          <p:nvPr/>
        </p:nvSpPr>
        <p:spPr>
          <a:xfrm>
            <a:off x="11480000" y="431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85" name="r1stamp"/>
          <p:cNvSpPr txBox="1"/>
          <p:nvPr/>
        </p:nvSpPr>
        <p:spPr>
          <a:xfrm>
            <a:off x="11480000" y="436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증빙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누락</a:t>
            </a:r>
            <a:endParaRPr sz="2000" b="1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6" name="r2date"/>
          <p:cNvSpPr txBox="1"/>
          <p:nvPr/>
        </p:nvSpPr>
        <p:spPr>
          <a:xfrm>
            <a:off x="2880000" y="498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03.11</a:t>
            </a:r>
          </a:p>
        </p:txBody>
      </p:sp>
      <p:sp>
        <p:nvSpPr>
          <p:cNvPr id="87" name="r2name"/>
          <p:cNvSpPr txBox="1"/>
          <p:nvPr/>
        </p:nvSpPr>
        <p:spPr>
          <a:xfrm>
            <a:off x="4180000" y="495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주유소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8" name="r2amt"/>
          <p:cNvSpPr txBox="1"/>
          <p:nvPr/>
        </p:nvSpPr>
        <p:spPr>
          <a:xfrm>
            <a:off x="8380000" y="495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−80,000</a:t>
            </a:r>
          </a:p>
        </p:txBody>
      </p:sp>
      <p:sp>
        <p:nvSpPr>
          <p:cNvPr id="89" name="r2stampbox"/>
          <p:cNvSpPr/>
          <p:nvPr/>
        </p:nvSpPr>
        <p:spPr>
          <a:xfrm>
            <a:off x="11480000" y="493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90" name="r2stamp"/>
          <p:cNvSpPr txBox="1"/>
          <p:nvPr/>
        </p:nvSpPr>
        <p:spPr>
          <a:xfrm>
            <a:off x="11480000" y="498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개인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사용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가능성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1" name="r3date"/>
          <p:cNvSpPr txBox="1"/>
          <p:nvPr/>
        </p:nvSpPr>
        <p:spPr>
          <a:xfrm>
            <a:off x="2880000" y="560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03.14</a:t>
            </a:r>
          </a:p>
        </p:txBody>
      </p:sp>
      <p:sp>
        <p:nvSpPr>
          <p:cNvPr id="92" name="r3name"/>
          <p:cNvSpPr txBox="1"/>
          <p:nvPr/>
        </p:nvSpPr>
        <p:spPr>
          <a:xfrm>
            <a:off x="4180000" y="557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식자재마트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3" name="r3amt"/>
          <p:cNvSpPr txBox="1"/>
          <p:nvPr/>
        </p:nvSpPr>
        <p:spPr>
          <a:xfrm>
            <a:off x="8380000" y="557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−615,000</a:t>
            </a:r>
          </a:p>
        </p:txBody>
      </p:sp>
      <p:sp>
        <p:nvSpPr>
          <p:cNvPr id="94" name="r3stampbox"/>
          <p:cNvSpPr/>
          <p:nvPr/>
        </p:nvSpPr>
        <p:spPr>
          <a:xfrm>
            <a:off x="11480000" y="555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95" name="r3stamp"/>
          <p:cNvSpPr txBox="1"/>
          <p:nvPr/>
        </p:nvSpPr>
        <p:spPr>
          <a:xfrm>
            <a:off x="11480000" y="560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미검토</a:t>
            </a:r>
            <a:endParaRPr sz="2000" b="1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6" name="r4date"/>
          <p:cNvSpPr txBox="1"/>
          <p:nvPr/>
        </p:nvSpPr>
        <p:spPr>
          <a:xfrm>
            <a:off x="2880000" y="622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03.18</a:t>
            </a:r>
          </a:p>
        </p:txBody>
      </p:sp>
      <p:sp>
        <p:nvSpPr>
          <p:cNvPr id="97" name="r4name"/>
          <p:cNvSpPr txBox="1"/>
          <p:nvPr/>
        </p:nvSpPr>
        <p:spPr>
          <a:xfrm>
            <a:off x="4180000" y="619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이마트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8" name="r4amt"/>
          <p:cNvSpPr txBox="1"/>
          <p:nvPr/>
        </p:nvSpPr>
        <p:spPr>
          <a:xfrm>
            <a:off x="8380000" y="619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−128,000</a:t>
            </a:r>
          </a:p>
        </p:txBody>
      </p:sp>
      <p:sp>
        <p:nvSpPr>
          <p:cNvPr id="99" name="r4stampbox"/>
          <p:cNvSpPr/>
          <p:nvPr/>
        </p:nvSpPr>
        <p:spPr>
          <a:xfrm>
            <a:off x="11480000" y="617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00" name="r4stamp"/>
          <p:cNvSpPr txBox="1"/>
          <p:nvPr/>
        </p:nvSpPr>
        <p:spPr>
          <a:xfrm>
            <a:off x="11480000" y="622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중복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등록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가능성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1" name="r5date"/>
          <p:cNvSpPr txBox="1"/>
          <p:nvPr/>
        </p:nvSpPr>
        <p:spPr>
          <a:xfrm>
            <a:off x="2880000" y="684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03.22</a:t>
            </a:r>
          </a:p>
        </p:txBody>
      </p:sp>
      <p:sp>
        <p:nvSpPr>
          <p:cNvPr id="102" name="r5name"/>
          <p:cNvSpPr txBox="1"/>
          <p:nvPr/>
        </p:nvSpPr>
        <p:spPr>
          <a:xfrm>
            <a:off x="4180000" y="681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노무사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수수료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3" name="r5amt"/>
          <p:cNvSpPr txBox="1"/>
          <p:nvPr/>
        </p:nvSpPr>
        <p:spPr>
          <a:xfrm>
            <a:off x="8380000" y="681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−330,000</a:t>
            </a:r>
          </a:p>
        </p:txBody>
      </p:sp>
      <p:sp>
        <p:nvSpPr>
          <p:cNvPr id="104" name="r5stampbox"/>
          <p:cNvSpPr/>
          <p:nvPr/>
        </p:nvSpPr>
        <p:spPr>
          <a:xfrm>
            <a:off x="11480000" y="679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05" name="r5stamp"/>
          <p:cNvSpPr txBox="1"/>
          <p:nvPr/>
        </p:nvSpPr>
        <p:spPr>
          <a:xfrm>
            <a:off x="11480000" y="684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세무전문가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확인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6" name="r6date"/>
          <p:cNvSpPr txBox="1"/>
          <p:nvPr/>
        </p:nvSpPr>
        <p:spPr>
          <a:xfrm>
            <a:off x="2880000" y="7466112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03.25</a:t>
            </a:r>
          </a:p>
        </p:txBody>
      </p:sp>
      <p:sp>
        <p:nvSpPr>
          <p:cNvPr id="107" name="r6name"/>
          <p:cNvSpPr txBox="1"/>
          <p:nvPr/>
        </p:nvSpPr>
        <p:spPr>
          <a:xfrm>
            <a:off x="4180000" y="7435334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온라인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강의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8" name="r6amt"/>
          <p:cNvSpPr txBox="1"/>
          <p:nvPr/>
        </p:nvSpPr>
        <p:spPr>
          <a:xfrm>
            <a:off x="8380000" y="7435334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−150,000</a:t>
            </a:r>
          </a:p>
        </p:txBody>
      </p:sp>
      <p:sp>
        <p:nvSpPr>
          <p:cNvPr id="109" name="r6stampbox"/>
          <p:cNvSpPr/>
          <p:nvPr/>
        </p:nvSpPr>
        <p:spPr>
          <a:xfrm>
            <a:off x="11480000" y="7415000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10" name="r6stamp"/>
          <p:cNvSpPr txBox="1"/>
          <p:nvPr/>
        </p:nvSpPr>
        <p:spPr>
          <a:xfrm>
            <a:off x="11480000" y="7466112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사업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관련성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확인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/>
      <p:bldP spid="84" grpId="0" animBg="1"/>
      <p:bldP spid="85" grpId="0"/>
      <p:bldP spid="89" grpId="0" animBg="1"/>
      <p:bldP spid="90" grpId="0"/>
      <p:bldP spid="94" grpId="0" animBg="1"/>
      <p:bldP spid="95" grpId="0"/>
      <p:bldP spid="99" grpId="0" animBg="1"/>
      <p:bldP spid="100" grpId="0"/>
      <p:bldP spid="104" grpId="0" animBg="1"/>
      <p:bldP spid="105" grpId="0"/>
      <p:bldP spid="109" grpId="0" animBg="1"/>
      <p:bldP spid="1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BC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4AC85F0-EEB6-4D3D-88F0-D8CC969269B5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apertitle"/>
          <p:cNvSpPr txBox="1"/>
          <p:nvPr/>
        </p:nvSpPr>
        <p:spPr>
          <a:xfrm>
            <a:off x="2880000" y="2513779"/>
            <a:ext cx="1254000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거래</a:t>
            </a:r>
            <a:r>
              <a:rPr sz="3200" b="1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32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내역</a:t>
            </a:r>
            <a:r>
              <a:rPr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   2026년 3월</a:t>
            </a:r>
          </a:p>
        </p:txBody>
      </p:sp>
      <p:sp>
        <p:nvSpPr>
          <p:cNvPr id="28" name="gin"/>
          <p:cNvSpPr txBox="1"/>
          <p:nvPr/>
        </p:nvSpPr>
        <p:spPr>
          <a:xfrm>
            <a:off x="2880000" y="3300000"/>
            <a:ext cx="70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dirty="0" err="1">
                <a:solidFill>
                  <a:srgbClr val="3565D8"/>
                </a:solidFill>
                <a:latin typeface="삼성긴고딕 Bold" panose="020B0600000101010101" charset="-127"/>
                <a:ea typeface="삼성긴고딕 Bold" panose="020B0600000101010101" charset="-127"/>
              </a:rPr>
              <a:t>항목</a:t>
            </a:r>
            <a:r>
              <a:rPr sz="2400" dirty="0">
                <a:solidFill>
                  <a:srgbClr val="3565D8"/>
                </a:solidFill>
                <a:latin typeface="삼성긴고딕 Bold" panose="020B0600000101010101" charset="-127"/>
                <a:ea typeface="삼성긴고딕 Bold" panose="020B0600000101010101" charset="-127"/>
              </a:rPr>
              <a:t> </a:t>
            </a:r>
            <a:r>
              <a:rPr sz="2400" dirty="0" err="1">
                <a:solidFill>
                  <a:srgbClr val="3565D8"/>
                </a:solidFill>
                <a:latin typeface="삼성긴고딕 Bold" panose="020B0600000101010101" charset="-127"/>
                <a:ea typeface="삼성긴고딕 Bold" panose="020B0600000101010101" charset="-127"/>
              </a:rPr>
              <a:t>금액에</a:t>
            </a:r>
            <a:r>
              <a:rPr sz="2400" dirty="0">
                <a:solidFill>
                  <a:srgbClr val="3565D8"/>
                </a:solidFill>
                <a:latin typeface="삼성긴고딕 Bold" panose="020B0600000101010101" charset="-127"/>
                <a:ea typeface="삼성긴고딕 Bold" panose="020B0600000101010101" charset="-127"/>
              </a:rPr>
              <a:t> </a:t>
            </a:r>
            <a:r>
              <a:rPr sz="2400" dirty="0" err="1">
                <a:solidFill>
                  <a:srgbClr val="3565D8"/>
                </a:solidFill>
                <a:latin typeface="삼성긴고딕 Bold" panose="020B0600000101010101" charset="-127"/>
                <a:ea typeface="삼성긴고딕 Bold" panose="020B0600000101010101" charset="-127"/>
              </a:rPr>
              <a:t>넣는다</a:t>
            </a:r>
            <a:endParaRPr sz="2400" dirty="0">
              <a:solidFill>
                <a:srgbClr val="3565D8"/>
              </a:solidFill>
              <a:latin typeface="삼성긴고딕 Bold" panose="020B0600000101010101" charset="-127"/>
              <a:ea typeface="삼성긴고딕 Bold" panose="020B0600000101010101" charset="-127"/>
            </a:endParaRPr>
          </a:p>
        </p:txBody>
      </p:sp>
      <p:sp>
        <p:nvSpPr>
          <p:cNvPr id="29" name="r0date"/>
          <p:cNvSpPr txBox="1"/>
          <p:nvPr/>
        </p:nvSpPr>
        <p:spPr>
          <a:xfrm>
            <a:off x="2880000" y="3870778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03.04</a:t>
            </a:r>
          </a:p>
        </p:txBody>
      </p:sp>
      <p:sp>
        <p:nvSpPr>
          <p:cNvPr id="30" name="r0name"/>
          <p:cNvSpPr txBox="1"/>
          <p:nvPr/>
        </p:nvSpPr>
        <p:spPr>
          <a:xfrm>
            <a:off x="4180000" y="3840000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우아한형제들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정산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1" name="r0amt"/>
          <p:cNvSpPr txBox="1"/>
          <p:nvPr/>
        </p:nvSpPr>
        <p:spPr>
          <a:xfrm>
            <a:off x="8380000" y="3840000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+4,182,000</a:t>
            </a:r>
          </a:p>
        </p:txBody>
      </p:sp>
      <p:sp>
        <p:nvSpPr>
          <p:cNvPr id="32" name="r0stampbox"/>
          <p:cNvSpPr/>
          <p:nvPr/>
        </p:nvSpPr>
        <p:spPr>
          <a:xfrm>
            <a:off x="11480000" y="3819666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33" name="r0stamp"/>
          <p:cNvSpPr txBox="1"/>
          <p:nvPr/>
        </p:nvSpPr>
        <p:spPr>
          <a:xfrm>
            <a:off x="11480000" y="3870778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증빙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확인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완료</a:t>
            </a:r>
            <a:endParaRPr sz="2000" b="1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4" name="r1date"/>
          <p:cNvSpPr txBox="1"/>
          <p:nvPr/>
        </p:nvSpPr>
        <p:spPr>
          <a:xfrm>
            <a:off x="2880000" y="4410778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03.07</a:t>
            </a:r>
          </a:p>
        </p:txBody>
      </p:sp>
      <p:sp>
        <p:nvSpPr>
          <p:cNvPr id="35" name="r1name"/>
          <p:cNvSpPr txBox="1"/>
          <p:nvPr/>
        </p:nvSpPr>
        <p:spPr>
          <a:xfrm>
            <a:off x="4180000" y="4380000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코스트코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6" name="r1amt"/>
          <p:cNvSpPr txBox="1"/>
          <p:nvPr/>
        </p:nvSpPr>
        <p:spPr>
          <a:xfrm>
            <a:off x="8380000" y="4380000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−342,000</a:t>
            </a:r>
          </a:p>
        </p:txBody>
      </p:sp>
      <p:sp>
        <p:nvSpPr>
          <p:cNvPr id="37" name="r1stampbox"/>
          <p:cNvSpPr/>
          <p:nvPr/>
        </p:nvSpPr>
        <p:spPr>
          <a:xfrm>
            <a:off x="11480000" y="4359666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38" name="r1stamp"/>
          <p:cNvSpPr txBox="1"/>
          <p:nvPr/>
        </p:nvSpPr>
        <p:spPr>
          <a:xfrm>
            <a:off x="11480000" y="4410778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증빙</a:t>
            </a:r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누락</a:t>
            </a:r>
            <a:endParaRPr sz="2000" b="1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9" name="r3date"/>
          <p:cNvSpPr txBox="1"/>
          <p:nvPr/>
        </p:nvSpPr>
        <p:spPr>
          <a:xfrm>
            <a:off x="2880000" y="4950778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03.14</a:t>
            </a:r>
          </a:p>
        </p:txBody>
      </p:sp>
      <p:sp>
        <p:nvSpPr>
          <p:cNvPr id="40" name="r3name"/>
          <p:cNvSpPr txBox="1"/>
          <p:nvPr/>
        </p:nvSpPr>
        <p:spPr>
          <a:xfrm>
            <a:off x="4180000" y="4920000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식자재마트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1" name="r3amt"/>
          <p:cNvSpPr txBox="1"/>
          <p:nvPr/>
        </p:nvSpPr>
        <p:spPr>
          <a:xfrm>
            <a:off x="8380000" y="4920000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−615,000</a:t>
            </a:r>
          </a:p>
        </p:txBody>
      </p:sp>
      <p:sp>
        <p:nvSpPr>
          <p:cNvPr id="42" name="r3stampbox"/>
          <p:cNvSpPr/>
          <p:nvPr/>
        </p:nvSpPr>
        <p:spPr>
          <a:xfrm>
            <a:off x="11480000" y="4899666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E3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43" name="r3stamp"/>
          <p:cNvSpPr txBox="1"/>
          <p:nvPr/>
        </p:nvSpPr>
        <p:spPr>
          <a:xfrm>
            <a:off x="11480000" y="4950778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미검토</a:t>
            </a:r>
            <a:endParaRPr sz="2000" b="1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4" name="gout"/>
          <p:cNvSpPr txBox="1"/>
          <p:nvPr/>
        </p:nvSpPr>
        <p:spPr>
          <a:xfrm>
            <a:off x="2880000" y="6029666"/>
            <a:ext cx="70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뺀다</a:t>
            </a:r>
            <a:endParaRPr sz="2400" b="1" dirty="0">
              <a:solidFill>
                <a:srgbClr val="C24E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5" name="r2date"/>
          <p:cNvSpPr txBox="1"/>
          <p:nvPr/>
        </p:nvSpPr>
        <p:spPr>
          <a:xfrm>
            <a:off x="2880000" y="6600444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03.11</a:t>
            </a:r>
          </a:p>
        </p:txBody>
      </p:sp>
      <p:sp>
        <p:nvSpPr>
          <p:cNvPr id="46" name="r2name"/>
          <p:cNvSpPr txBox="1"/>
          <p:nvPr/>
        </p:nvSpPr>
        <p:spPr>
          <a:xfrm>
            <a:off x="4180000" y="6569666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주유소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7" name="r2amt"/>
          <p:cNvSpPr txBox="1"/>
          <p:nvPr/>
        </p:nvSpPr>
        <p:spPr>
          <a:xfrm>
            <a:off x="8380000" y="6569666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−80,000</a:t>
            </a:r>
          </a:p>
        </p:txBody>
      </p:sp>
      <p:sp>
        <p:nvSpPr>
          <p:cNvPr id="48" name="r2stampbox"/>
          <p:cNvSpPr/>
          <p:nvPr/>
        </p:nvSpPr>
        <p:spPr>
          <a:xfrm>
            <a:off x="11480000" y="6549332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C24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49" name="r2stamp"/>
          <p:cNvSpPr txBox="1"/>
          <p:nvPr/>
        </p:nvSpPr>
        <p:spPr>
          <a:xfrm>
            <a:off x="11480000" y="6600444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개인</a:t>
            </a:r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사용</a:t>
            </a:r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가능성</a:t>
            </a:r>
            <a:endParaRPr sz="2000" b="1" dirty="0">
              <a:solidFill>
                <a:srgbClr val="C24E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0" name="ghold"/>
          <p:cNvSpPr txBox="1"/>
          <p:nvPr/>
        </p:nvSpPr>
        <p:spPr>
          <a:xfrm>
            <a:off x="2880000" y="7679332"/>
            <a:ext cx="70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「</a:t>
            </a:r>
            <a:r>
              <a:rPr sz="24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확인</a:t>
            </a:r>
            <a:r>
              <a:rPr sz="24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필요</a:t>
            </a:r>
            <a:r>
              <a:rPr sz="24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합계」로</a:t>
            </a:r>
            <a:r>
              <a:rPr sz="24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분리</a:t>
            </a:r>
            <a:endParaRPr sz="24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1" name="r4date"/>
          <p:cNvSpPr txBox="1"/>
          <p:nvPr/>
        </p:nvSpPr>
        <p:spPr>
          <a:xfrm>
            <a:off x="2880000" y="8250110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03.18</a:t>
            </a:r>
          </a:p>
        </p:txBody>
      </p:sp>
      <p:sp>
        <p:nvSpPr>
          <p:cNvPr id="52" name="r4name"/>
          <p:cNvSpPr txBox="1"/>
          <p:nvPr/>
        </p:nvSpPr>
        <p:spPr>
          <a:xfrm>
            <a:off x="4180000" y="8219332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이마트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3" name="r4amt"/>
          <p:cNvSpPr txBox="1"/>
          <p:nvPr/>
        </p:nvSpPr>
        <p:spPr>
          <a:xfrm>
            <a:off x="8380000" y="8219332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−128,000</a:t>
            </a:r>
          </a:p>
        </p:txBody>
      </p:sp>
      <p:sp>
        <p:nvSpPr>
          <p:cNvPr id="54" name="r4stampbox"/>
          <p:cNvSpPr/>
          <p:nvPr/>
        </p:nvSpPr>
        <p:spPr>
          <a:xfrm>
            <a:off x="11480000" y="8198998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55" name="r4stamp"/>
          <p:cNvSpPr txBox="1"/>
          <p:nvPr/>
        </p:nvSpPr>
        <p:spPr>
          <a:xfrm>
            <a:off x="11480000" y="8250110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중복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등록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가능성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6" name="r5date"/>
          <p:cNvSpPr txBox="1"/>
          <p:nvPr/>
        </p:nvSpPr>
        <p:spPr>
          <a:xfrm>
            <a:off x="2880000" y="8790110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03.22</a:t>
            </a:r>
          </a:p>
        </p:txBody>
      </p:sp>
      <p:sp>
        <p:nvSpPr>
          <p:cNvPr id="57" name="r5name"/>
          <p:cNvSpPr txBox="1"/>
          <p:nvPr/>
        </p:nvSpPr>
        <p:spPr>
          <a:xfrm>
            <a:off x="4180000" y="8759332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노무사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수수료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8" name="r5amt"/>
          <p:cNvSpPr txBox="1"/>
          <p:nvPr/>
        </p:nvSpPr>
        <p:spPr>
          <a:xfrm>
            <a:off x="8380000" y="8759332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−330,000</a:t>
            </a:r>
          </a:p>
        </p:txBody>
      </p:sp>
      <p:sp>
        <p:nvSpPr>
          <p:cNvPr id="59" name="r5stampbox"/>
          <p:cNvSpPr/>
          <p:nvPr/>
        </p:nvSpPr>
        <p:spPr>
          <a:xfrm>
            <a:off x="11480000" y="8738998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60" name="r5stamp"/>
          <p:cNvSpPr txBox="1"/>
          <p:nvPr/>
        </p:nvSpPr>
        <p:spPr>
          <a:xfrm>
            <a:off x="11480000" y="8790110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세무전문가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확인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1" name="r6date"/>
          <p:cNvSpPr txBox="1"/>
          <p:nvPr/>
        </p:nvSpPr>
        <p:spPr>
          <a:xfrm>
            <a:off x="2880000" y="9330110"/>
            <a:ext cx="12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03.25</a:t>
            </a:r>
          </a:p>
        </p:txBody>
      </p:sp>
      <p:sp>
        <p:nvSpPr>
          <p:cNvPr id="62" name="r6name"/>
          <p:cNvSpPr txBox="1"/>
          <p:nvPr/>
        </p:nvSpPr>
        <p:spPr>
          <a:xfrm>
            <a:off x="4180000" y="9299332"/>
            <a:ext cx="41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온라인</a:t>
            </a:r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4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강의</a:t>
            </a:r>
            <a:endParaRPr sz="24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3" name="r6amt"/>
          <p:cNvSpPr txBox="1"/>
          <p:nvPr/>
        </p:nvSpPr>
        <p:spPr>
          <a:xfrm>
            <a:off x="8380000" y="9299332"/>
            <a:ext cx="290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−150,000</a:t>
            </a:r>
          </a:p>
        </p:txBody>
      </p:sp>
      <p:sp>
        <p:nvSpPr>
          <p:cNvPr id="64" name="r6stampbox"/>
          <p:cNvSpPr/>
          <p:nvPr/>
        </p:nvSpPr>
        <p:spPr>
          <a:xfrm>
            <a:off x="11480000" y="9278998"/>
            <a:ext cx="3500000" cy="4100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A07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65" name="r6stamp"/>
          <p:cNvSpPr txBox="1"/>
          <p:nvPr/>
        </p:nvSpPr>
        <p:spPr>
          <a:xfrm>
            <a:off x="11480000" y="9330110"/>
            <a:ext cx="350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사업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관련성</a:t>
            </a:r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A0704E"/>
                </a:solidFill>
                <a:latin typeface="삼성긴고딕 Regular" panose="020B0600000101010101" pitchFamily="50" charset="-127"/>
              </a:rPr>
              <a:t>확인</a:t>
            </a:r>
            <a:endParaRPr sz="2000" b="1" dirty="0">
              <a:solidFill>
                <a:srgbClr val="A0704E"/>
              </a:solidFill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  <p:bldP spid="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BC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7005EEC-C149-444F-8D04-C58F6B602FE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2400000" y="2250000"/>
            <a:ext cx="13500000" cy="640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880000" y="2544557"/>
            <a:ext cx="1254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간편장부</a:t>
            </a:r>
            <a:r>
              <a:rPr sz="2800" b="1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소득금액계산서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  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별지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제74호서식 ·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부표</a:t>
            </a:r>
            <a:endParaRPr sz="16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98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①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주소지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98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③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성명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563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81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김영자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298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④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생년월일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98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⑤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소재지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563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81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광주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서구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상무대로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980000" y="568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⑥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업종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5630000" y="560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5810000" y="566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음식점업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298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⑦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주업종코드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98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⑧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사업자등록번호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5630000" y="67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581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410-**-*7411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7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⑪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매출액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12220000" y="336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2400000" y="34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57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㉗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임차료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1222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240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21,600,000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57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㉕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급료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12220000" y="448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2400000" y="45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38,400,000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7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㉝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지급수수료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1222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240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12,540,000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570000" y="5681501"/>
            <a:ext cx="283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⑫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수입금액에서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제외할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957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⑬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총수입금액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2400000" y="62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57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⑮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총필요경비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1240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72,540,000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570000" y="73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소득금액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2400000" y="73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142,260,000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3" grpId="0"/>
      <p:bldP spid="116" grpId="0"/>
      <p:bldP spid="121" grpId="0"/>
      <p:bldP spid="124" grpId="0"/>
      <p:bldP spid="127" grpId="0"/>
      <p:bldP spid="130" grpId="0"/>
      <p:bldP spid="133" grpId="0"/>
      <p:bldP spid="138" grpId="0"/>
      <p:bldP spid="141" grpId="0"/>
      <p:bldP spid="14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BC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7005EEC-C149-444F-8D04-C58F6B602FE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400000" y="2250000"/>
            <a:ext cx="13500000" cy="640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80000" y="2544557"/>
            <a:ext cx="1254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간편장부</a:t>
            </a:r>
            <a:r>
              <a:rPr sz="2800" b="1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소득금액계산서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  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별지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제74호서식 ·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부표</a:t>
            </a:r>
            <a:endParaRPr sz="16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8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①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주소지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630000" y="336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C24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10000" y="34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8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③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성명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563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81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김영자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8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④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생년월일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630000" y="448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C24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10000" y="45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⑤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소재지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563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81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광주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서구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상무대로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980000" y="568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⑥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업종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630000" y="560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810000" y="566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음식점업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8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⑦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주업종코드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810000" y="62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552101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8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⑧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사업자등록번호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630000" y="67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1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410-**-*7411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7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⑪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매출액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12220000" y="336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400000" y="34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7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㉗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임차료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1222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40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21,600,000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7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㉕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급료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12220000" y="448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400000" y="45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38,400,000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7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㉝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지급수수료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1222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240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12,540,000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70000" y="5681501"/>
            <a:ext cx="274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⑫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수입금액에서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제외할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2400000" y="566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7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⑬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총수입금액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2400000" y="62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7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⑮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총필요경비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240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72,540,000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70000" y="73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소득금액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2400000" y="73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142,260,000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3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9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자동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5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0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8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옮겨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적음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14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C2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17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직접 입력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5" grpId="0"/>
      <p:bldP spid="64" grpId="0"/>
      <p:bldP spid="82" grpId="0"/>
      <p:bldP spid="92" grpId="0" animBg="1"/>
      <p:bldP spid="93" grpId="0"/>
      <p:bldP spid="94" grpId="0" animBg="1"/>
      <p:bldP spid="95" grpId="0"/>
      <p:bldP spid="96" grpId="0" animBg="1"/>
      <p:bldP spid="9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BC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30849E6-8659-4404-B26B-BB5CDDFF6469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00000" y="2250000"/>
            <a:ext cx="13500000" cy="640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80000" y="2544557"/>
            <a:ext cx="1254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간편장부</a:t>
            </a:r>
            <a:r>
              <a:rPr sz="2800" b="1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</a:t>
            </a:r>
            <a:r>
              <a:rPr sz="2800" b="1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소득금액계산서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  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별지</a:t>
            </a:r>
            <a:r>
              <a:rPr sz="1600" b="0" dirty="0">
                <a:solidFill>
                  <a:srgbClr val="1B2233"/>
                </a:solidFill>
                <a:latin typeface="삼성긴고딕 Regular" panose="020B0600000101010101" pitchFamily="50" charset="-127"/>
              </a:rPr>
              <a:t> 제74호서식 · </a:t>
            </a:r>
            <a:r>
              <a:rPr sz="1600" b="0" dirty="0" err="1">
                <a:solidFill>
                  <a:srgbClr val="1B2233"/>
                </a:solidFill>
                <a:latin typeface="삼성긴고딕 Regular" panose="020B0600000101010101" pitchFamily="50" charset="-127"/>
              </a:rPr>
              <a:t>부표</a:t>
            </a:r>
            <a:endParaRPr sz="1600" b="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①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주소지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30000" y="336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C24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8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③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성명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63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1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김영자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8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④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생년월일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630000" y="448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C24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8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⑤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소재지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3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1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광주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서구</a:t>
            </a:r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상무대로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980000" y="568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⑥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업종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630000" y="560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810000" y="566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dirty="0" err="1">
                <a:solidFill>
                  <a:srgbClr val="3565D8"/>
                </a:solidFill>
                <a:latin typeface="삼성긴고딕 Regular" panose="020B0600000101010101" pitchFamily="50" charset="-127"/>
              </a:rPr>
              <a:t>음식점업</a:t>
            </a:r>
            <a:endParaRPr sz="2000" b="0" dirty="0">
              <a:solidFill>
                <a:srgbClr val="3565D8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8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⑦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주업종코드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10000" y="62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552101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⑧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사업자등록번호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630000" y="67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1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410-**-*7411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70000" y="34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⑪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매출액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2220000" y="336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2400000" y="34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70000" y="40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㉗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임차료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2220000" y="392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400000" y="39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21,600,000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70000" y="45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㉕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급료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2220000" y="448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400000" y="45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38,400,000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70000" y="512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㉝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지급수수료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2220000" y="5045000"/>
            <a:ext cx="3100000" cy="4300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400000" y="510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12,540,000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0000" y="5681501"/>
            <a:ext cx="274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⑫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수입금액에서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제외할</a:t>
            </a:r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2400000" y="566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0" dirty="0">
                <a:solidFill>
                  <a:srgbClr val="A0704E"/>
                </a:solidFill>
                <a:latin typeface="삼성긴고딕 Regular" panose="020B0600000101010101" pitchFamily="50" charset="-127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70000" y="624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⑬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총수입금액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400000" y="622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214,800,000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70000" y="680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⑮ </a:t>
            </a:r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총필요경비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400000" y="678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72,540,000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70000" y="7361501"/>
            <a:ext cx="25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소득금액</a:t>
            </a:r>
            <a:endParaRPr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2400000" y="7346112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3565D8"/>
                </a:solidFill>
                <a:latin typeface="삼성긴고딕 Regular" panose="020B0600000101010101" pitchFamily="50" charset="-127"/>
              </a:rPr>
              <a:t>142,260,000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10000" y="3426111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광주</a:t>
            </a:r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서구</a:t>
            </a:r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C24E4E"/>
                </a:solidFill>
                <a:latin typeface="삼성긴고딕 Regular" panose="020B0600000101010101" pitchFamily="50" charset="-127"/>
              </a:rPr>
              <a:t>상무대로</a:t>
            </a:r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 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10000" y="4546111"/>
            <a:ext cx="27400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dirty="0">
                <a:solidFill>
                  <a:srgbClr val="C24E4E"/>
                </a:solidFill>
                <a:latin typeface="삼성긴고딕 Regular" panose="020B0600000101010101" pitchFamily="50" charset="-127"/>
              </a:rPr>
              <a:t>1978-03-12</a:t>
            </a:r>
          </a:p>
        </p:txBody>
      </p:sp>
      <p:sp>
        <p:nvSpPr>
          <p:cNvPr id="85" name="Rounded Rectangle 91">
            <a:extLst>
              <a:ext uri="{FF2B5EF4-FFF2-40B4-BE49-F238E27FC236}">
                <a16:creationId xmlns:a16="http://schemas.microsoft.com/office/drawing/2014/main" id="{A55D934E-BCB7-4CB0-BAD0-F2E6CD2D517A}"/>
              </a:ext>
            </a:extLst>
          </p:cNvPr>
          <p:cNvSpPr/>
          <p:nvPr/>
        </p:nvSpPr>
        <p:spPr>
          <a:xfrm>
            <a:off x="56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3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AE4485C-129B-45C7-93C8-5B491B310CDD}"/>
              </a:ext>
            </a:extLst>
          </p:cNvPr>
          <p:cNvSpPr txBox="1"/>
          <p:nvPr/>
        </p:nvSpPr>
        <p:spPr>
          <a:xfrm>
            <a:off x="59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자동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7" name="Rounded Rectangle 93">
            <a:extLst>
              <a:ext uri="{FF2B5EF4-FFF2-40B4-BE49-F238E27FC236}">
                <a16:creationId xmlns:a16="http://schemas.microsoft.com/office/drawing/2014/main" id="{113F2BFB-115B-4C49-B96C-624F8DEC5D75}"/>
              </a:ext>
            </a:extLst>
          </p:cNvPr>
          <p:cNvSpPr/>
          <p:nvPr/>
        </p:nvSpPr>
        <p:spPr>
          <a:xfrm>
            <a:off x="85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A0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3D67AD0-EAF9-460F-A319-5F09F7B785CF}"/>
              </a:ext>
            </a:extLst>
          </p:cNvPr>
          <p:cNvSpPr txBox="1"/>
          <p:nvPr/>
        </p:nvSpPr>
        <p:spPr>
          <a:xfrm>
            <a:off x="88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옮겨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</a:rPr>
              <a:t>적음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89" name="Rounded Rectangle 95">
            <a:extLst>
              <a:ext uri="{FF2B5EF4-FFF2-40B4-BE49-F238E27FC236}">
                <a16:creationId xmlns:a16="http://schemas.microsoft.com/office/drawing/2014/main" id="{1A72DFD9-41DF-4223-B4A7-A7CFD34E0AD7}"/>
              </a:ext>
            </a:extLst>
          </p:cNvPr>
          <p:cNvSpPr/>
          <p:nvPr/>
        </p:nvSpPr>
        <p:spPr>
          <a:xfrm>
            <a:off x="11470000" y="9093717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C2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>
              <a:latin typeface="삼성긴고딕 Regular" panose="020B060000010101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C43C36-E856-435E-95D1-27215D1E1A2C}"/>
              </a:ext>
            </a:extLst>
          </p:cNvPr>
          <p:cNvSpPr txBox="1"/>
          <p:nvPr/>
        </p:nvSpPr>
        <p:spPr>
          <a:xfrm>
            <a:off x="11750000" y="9033717"/>
            <a:ext cx="260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직접 입력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9974"/>
            <a:ext cx="247343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신고서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작성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914400" y="1691640"/>
            <a:ext cx="16459200" cy="0"/>
          </a:xfrm>
          <a:prstGeom prst="line">
            <a:avLst/>
          </a:prstGeom>
          <a:ln w="12700">
            <a:solidFill>
              <a:srgbClr val="BC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>
            <a:spLocks/>
          </p:cNvSpPr>
          <p:nvPr/>
        </p:nvSpPr>
        <p:spPr>
          <a:xfrm>
            <a:off x="1067440" y="2615947"/>
            <a:ext cx="3616320" cy="260000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794229" y="2900558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01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1229992" y="3991833"/>
            <a:ext cx="3291216" cy="548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기본사항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1" name="Rounded Rectangle 10"/>
          <p:cNvSpPr>
            <a:spLocks/>
          </p:cNvSpPr>
          <p:nvPr/>
        </p:nvSpPr>
        <p:spPr>
          <a:xfrm>
            <a:off x="4982424" y="2615947"/>
            <a:ext cx="3616320" cy="260000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5709213" y="2900558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144976" y="3703292"/>
            <a:ext cx="3291216" cy="1125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사업소득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명세서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4" name="Rounded Rectangle 13"/>
          <p:cNvSpPr>
            <a:spLocks/>
          </p:cNvSpPr>
          <p:nvPr/>
        </p:nvSpPr>
        <p:spPr>
          <a:xfrm>
            <a:off x="8897408" y="2615947"/>
            <a:ext cx="3616320" cy="260000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624197" y="2900558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03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059960" y="3703292"/>
            <a:ext cx="3291216" cy="1125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간편장부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소득금액</a:t>
            </a:r>
            <a:r>
              <a:rPr 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계산서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7" name="Rounded Rectangle 16"/>
          <p:cNvSpPr>
            <a:spLocks/>
          </p:cNvSpPr>
          <p:nvPr/>
        </p:nvSpPr>
        <p:spPr>
          <a:xfrm>
            <a:off x="12812392" y="2615947"/>
            <a:ext cx="3616320" cy="2600000"/>
          </a:xfrm>
          <a:prstGeom prst="roundRect">
            <a:avLst>
              <a:gd name="adj" fmla="val 9000"/>
            </a:avLst>
          </a:prstGeom>
          <a:solidFill>
            <a:srgbClr val="E3ECFD"/>
          </a:solidFill>
          <a:ln w="12700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13539181" y="2900558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04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12974944" y="3703292"/>
            <a:ext cx="3291216" cy="1125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부표</a:t>
            </a:r>
            <a:r>
              <a:rPr lang="en-US" sz="3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필요경비</a:t>
            </a:r>
            <a:endParaRPr lang="en-US"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명세서</a:t>
            </a:r>
            <a:endParaRPr sz="3000" b="1" dirty="0">
              <a:solidFill>
                <a:srgbClr val="1B2233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50412" y="1878618"/>
            <a:ext cx="4961946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01 – 04</a:t>
            </a:r>
            <a:r>
              <a:rPr sz="3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  </a:t>
            </a: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잔고예보가</a:t>
            </a:r>
            <a:r>
              <a:rPr sz="3000" b="1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채워</a:t>
            </a:r>
            <a:r>
              <a:rPr lang="ko-KR" altLang="en-US" sz="3000" b="1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줌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773580" y="6413005"/>
            <a:ext cx="2162742" cy="2600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73580" y="6697616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580" y="7788891"/>
            <a:ext cx="1902742" cy="548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소득공제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88564" y="6413005"/>
            <a:ext cx="2162742" cy="2600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8564" y="6697616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564" y="7500350"/>
            <a:ext cx="1902742" cy="11253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세액공제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기납부세액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603548" y="6413005"/>
            <a:ext cx="2162742" cy="2600000"/>
          </a:xfrm>
          <a:prstGeom prst="roundRect">
            <a:avLst>
              <a:gd name="adj" fmla="val 9000"/>
            </a:avLst>
          </a:prstGeom>
          <a:solidFill>
            <a:srgbClr val="F4F6FA"/>
          </a:solidFill>
          <a:ln w="12700">
            <a:solidFill>
              <a:srgbClr val="BCC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800" dirty="0">
              <a:latin typeface="삼성긴고딕 Regular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603548" y="6697616"/>
            <a:ext cx="216274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33548" y="7788891"/>
            <a:ext cx="1902742" cy="548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제출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75107" y="5771978"/>
            <a:ext cx="371255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dirty="0">
                <a:solidFill>
                  <a:srgbClr val="9AA1AB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05 – 07</a:t>
            </a:r>
            <a:r>
              <a:rPr sz="3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  </a:t>
            </a: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사장님이</a:t>
            </a:r>
            <a:r>
              <a:rPr sz="3000" b="1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 </a:t>
            </a:r>
            <a:r>
              <a:rPr sz="3000" b="1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직접</a:t>
            </a:r>
            <a:endParaRPr sz="3000" b="1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88CE926-9523-49C3-84B3-65716E69E1A4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/>
      <p:bldP spid="28" grpId="0"/>
      <p:bldP spid="3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>
            <a:extLst>
              <a:ext uri="{FF2B5EF4-FFF2-40B4-BE49-F238E27FC236}">
                <a16:creationId xmlns:a16="http://schemas.microsoft.com/office/drawing/2014/main" id="{A788DDED-763B-417E-A368-C48A820F0835}"/>
              </a:ext>
            </a:extLst>
          </p:cNvPr>
          <p:cNvSpPr>
            <a:spLocks noGrp="1"/>
          </p:cNvSpPr>
          <p:nvPr/>
        </p:nvSpPr>
        <p:spPr>
          <a:xfrm>
            <a:off x="3429000" y="1571625"/>
            <a:ext cx="9553575" cy="6600825"/>
          </a:xfrm>
          <a:prstGeom prst="rect">
            <a:avLst/>
          </a:prstGeom>
          <a:solidFill>
            <a:srgbClr val="E6E9EF"/>
          </a:solidFill>
          <a:ln w="14288">
            <a:solidFill>
              <a:srgbClr val="DCE1E9"/>
            </a:solidFill>
            <a:prstDash val="solid"/>
          </a:ln>
        </p:spPr>
      </p:sp>
      <p:pic>
        <p:nvPicPr>
          <p:cNvPr id="97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8550" y="1743075"/>
            <a:ext cx="266700" cy="26670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7E2A5800-6BF2-459C-9C37-5C93D01415F6}"/>
              </a:ext>
            </a:extLst>
          </p:cNvPr>
          <p:cNvSpPr>
            <a:spLocks noGrp="1"/>
          </p:cNvSpPr>
          <p:nvPr/>
        </p:nvSpPr>
        <p:spPr>
          <a:xfrm>
            <a:off x="4019550" y="1745456"/>
            <a:ext cx="3178683" cy="30003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1575" spc="225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DOCKER · </a:t>
            </a:r>
            <a:r>
              <a:rPr sz="1575" spc="225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컨테이너</a:t>
            </a:r>
            <a:r>
              <a:rPr sz="1575" spc="225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 </a:t>
            </a:r>
            <a:r>
              <a:rPr sz="1575" spc="225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런타임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0E2DFD2-1168-4926-B91A-B7E121CB5BA5}"/>
              </a:ext>
            </a:extLst>
          </p:cNvPr>
          <p:cNvSpPr>
            <a:spLocks noGrp="1"/>
          </p:cNvSpPr>
          <p:nvPr/>
        </p:nvSpPr>
        <p:spPr>
          <a:xfrm>
            <a:off x="13716000" y="2143124"/>
            <a:ext cx="3267075" cy="6997700"/>
          </a:xfrm>
          <a:prstGeom prst="rect">
            <a:avLst/>
          </a:prstGeom>
          <a:solidFill>
            <a:srgbClr val="E6E9EF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7FDDB62-D30E-4582-AC34-8F7675AA92A7}"/>
              </a:ext>
            </a:extLst>
          </p:cNvPr>
          <p:cNvSpPr>
            <a:spLocks noGrp="1"/>
          </p:cNvSpPr>
          <p:nvPr/>
        </p:nvSpPr>
        <p:spPr>
          <a:xfrm>
            <a:off x="13925550" y="2314575"/>
            <a:ext cx="670620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75" spc="225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DATA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7F9B16B-56FB-49B8-8449-D47DF943DC29}"/>
              </a:ext>
            </a:extLst>
          </p:cNvPr>
          <p:cNvSpPr>
            <a:spLocks noGrp="1"/>
          </p:cNvSpPr>
          <p:nvPr/>
        </p:nvSpPr>
        <p:spPr>
          <a:xfrm>
            <a:off x="6429375" y="5286375"/>
            <a:ext cx="2790825" cy="2790825"/>
          </a:xfrm>
          <a:prstGeom prst="rect">
            <a:avLst/>
          </a:prstGeom>
          <a:solidFill>
            <a:srgbClr val="E1E5EC"/>
          </a:solidFill>
          <a:ln w="14288">
            <a:solidFill>
              <a:srgbClr val="CDD3DD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B8AA7D2-957A-4717-83AB-065E73412074}"/>
              </a:ext>
            </a:extLst>
          </p:cNvPr>
          <p:cNvSpPr>
            <a:spLocks noGrp="1"/>
          </p:cNvSpPr>
          <p:nvPr/>
        </p:nvSpPr>
        <p:spPr>
          <a:xfrm>
            <a:off x="6648450" y="5457825"/>
            <a:ext cx="373410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75" spc="225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AI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5AD86405-95DF-432E-8E6E-A2AA2D2833FD}"/>
              </a:ext>
            </a:extLst>
          </p:cNvPr>
          <p:cNvSpPr>
            <a:spLocks noGrp="1"/>
          </p:cNvSpPr>
          <p:nvPr/>
        </p:nvSpPr>
        <p:spPr>
          <a:xfrm>
            <a:off x="3762375" y="2809875"/>
            <a:ext cx="1905000" cy="3143250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2E1F649-AF9C-483F-9EBE-B8AF6A887997}"/>
              </a:ext>
            </a:extLst>
          </p:cNvPr>
          <p:cNvSpPr>
            <a:spLocks noGrp="1"/>
          </p:cNvSpPr>
          <p:nvPr/>
        </p:nvSpPr>
        <p:spPr>
          <a:xfrm>
            <a:off x="4277246" y="4029075"/>
            <a:ext cx="875258" cy="390525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lnSpcReduction="10000"/>
          </a:bodyPr>
          <a:lstStyle/>
          <a:p>
            <a:pPr marL="0" indent="0" algn="ctr">
              <a:buNone/>
            </a:pPr>
            <a:r>
              <a:rPr sz="2400" b="1" spc="-7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Nginx</a:t>
            </a:r>
            <a:endParaRPr sz="24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A965E143-3CC8-448D-84E2-A634ED145208}"/>
              </a:ext>
            </a:extLst>
          </p:cNvPr>
          <p:cNvSpPr>
            <a:spLocks noGrp="1"/>
          </p:cNvSpPr>
          <p:nvPr/>
        </p:nvSpPr>
        <p:spPr>
          <a:xfrm>
            <a:off x="3929063" y="4572000"/>
            <a:ext cx="1571625" cy="1185863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ko-KR" altLang="en-US" sz="165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정적 서빙</a:t>
            </a:r>
            <a:endParaRPr lang="en-US" altLang="ko-KR" sz="165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Arial"/>
            </a:endParaRPr>
          </a:p>
          <a:p>
            <a:pPr marL="0" indent="0" algn="ctr">
              <a:lnSpc>
                <a:spcPct val="132000"/>
              </a:lnSpc>
              <a:buNone/>
            </a:pPr>
            <a:r>
              <a:rPr lang="en-US" altLang="ko-KR" sz="165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/</a:t>
            </a:r>
            <a:r>
              <a:rPr lang="en-US" altLang="ko-KR" sz="165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api</a:t>
            </a:r>
            <a:r>
              <a:rPr lang="en-US" altLang="ko-KR" sz="165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lang="ko-KR" altLang="en-US" sz="165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프록시</a:t>
            </a:r>
          </a:p>
          <a:p>
            <a:pPr marL="0" indent="0" algn="ctr">
              <a:lnSpc>
                <a:spcPct val="132000"/>
              </a:lnSpc>
              <a:buNone/>
            </a:pPr>
            <a:r>
              <a:rPr lang="en-US" altLang="ko-KR" sz="165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TLS</a:t>
            </a:r>
            <a:endParaRPr sz="16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248F5157-9260-46E2-A9AC-1EAE36C535B2}"/>
              </a:ext>
            </a:extLst>
          </p:cNvPr>
          <p:cNvSpPr>
            <a:spLocks noGrp="1"/>
          </p:cNvSpPr>
          <p:nvPr/>
        </p:nvSpPr>
        <p:spPr>
          <a:xfrm>
            <a:off x="6429375" y="2619375"/>
            <a:ext cx="2762250" cy="2381250"/>
          </a:xfrm>
          <a:prstGeom prst="rect">
            <a:avLst/>
          </a:prstGeom>
          <a:solidFill>
            <a:srgbClr val="1B2233"/>
          </a:solidFill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F9A6AF62-5DA7-4515-A15E-D8590BD5FFA6}"/>
              </a:ext>
            </a:extLst>
          </p:cNvPr>
          <p:cNvSpPr>
            <a:spLocks noGrp="1"/>
          </p:cNvSpPr>
          <p:nvPr/>
        </p:nvSpPr>
        <p:spPr>
          <a:xfrm>
            <a:off x="7139940" y="2890838"/>
            <a:ext cx="1341120" cy="2857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ctr">
              <a:buNone/>
            </a:pPr>
            <a:r>
              <a:rPr sz="1600" spc="300" dirty="0">
                <a:solidFill>
                  <a:srgbClr val="5B8DE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FRONTEND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0AF5BAF3-7041-4D4E-BE6B-5C88DD2C5CE6}"/>
              </a:ext>
            </a:extLst>
          </p:cNvPr>
          <p:cNvSpPr>
            <a:spLocks noGrp="1"/>
          </p:cNvSpPr>
          <p:nvPr/>
        </p:nvSpPr>
        <p:spPr>
          <a:xfrm>
            <a:off x="6724278" y="3957638"/>
            <a:ext cx="673373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600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React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EF044B27-2F0E-4131-8CD8-08205A7BD1BD}"/>
              </a:ext>
            </a:extLst>
          </p:cNvPr>
          <p:cNvSpPr>
            <a:spLocks noGrp="1"/>
          </p:cNvSpPr>
          <p:nvPr/>
        </p:nvSpPr>
        <p:spPr>
          <a:xfrm>
            <a:off x="7740551" y="3957638"/>
            <a:ext cx="1156171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600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TypeScript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3D988E34-CDCF-4EA9-9446-A96E2F8D5F78}"/>
              </a:ext>
            </a:extLst>
          </p:cNvPr>
          <p:cNvSpPr>
            <a:spLocks noGrp="1"/>
          </p:cNvSpPr>
          <p:nvPr/>
        </p:nvSpPr>
        <p:spPr>
          <a:xfrm>
            <a:off x="6961335" y="4429125"/>
            <a:ext cx="1698255" cy="3381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lnSpcReduction="10000"/>
          </a:bodyPr>
          <a:lstStyle/>
          <a:p>
            <a:pPr marL="0" indent="0" algn="ctr">
              <a:lnSpc>
                <a:spcPct val="131250"/>
              </a:lnSpc>
              <a:buNone/>
            </a:pPr>
            <a:r>
              <a:rPr sz="1575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SPA · </a:t>
            </a:r>
            <a:r>
              <a:rPr sz="1575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컴포넌트</a:t>
            </a:r>
            <a:r>
              <a:rPr sz="1575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UI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C9FCA0E0-9F8E-4883-9B67-B87CFB465E66}"/>
              </a:ext>
            </a:extLst>
          </p:cNvPr>
          <p:cNvSpPr>
            <a:spLocks noGrp="1"/>
          </p:cNvSpPr>
          <p:nvPr/>
        </p:nvSpPr>
        <p:spPr>
          <a:xfrm>
            <a:off x="9810750" y="3286125"/>
            <a:ext cx="2857500" cy="3238500"/>
          </a:xfrm>
          <a:prstGeom prst="rect">
            <a:avLst/>
          </a:prstGeom>
          <a:solidFill>
            <a:srgbClr val="1B2233"/>
          </a:solidFill>
        </p:spPr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C42CB9C0-9C8A-4B08-A07F-41F4BFE056BB}"/>
              </a:ext>
            </a:extLst>
          </p:cNvPr>
          <p:cNvSpPr>
            <a:spLocks noGrp="1"/>
          </p:cNvSpPr>
          <p:nvPr/>
        </p:nvSpPr>
        <p:spPr>
          <a:xfrm>
            <a:off x="10668000" y="3661470"/>
            <a:ext cx="1143000" cy="2857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ctr">
              <a:buNone/>
            </a:pPr>
            <a:r>
              <a:rPr sz="1600" spc="300" dirty="0">
                <a:solidFill>
                  <a:srgbClr val="5B8DE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BACKEND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6A05EFDC-C474-4654-BAC0-04D3E55FA5E5}"/>
              </a:ext>
            </a:extLst>
          </p:cNvPr>
          <p:cNvSpPr>
            <a:spLocks noGrp="1"/>
          </p:cNvSpPr>
          <p:nvPr/>
        </p:nvSpPr>
        <p:spPr>
          <a:xfrm>
            <a:off x="10278029" y="4937820"/>
            <a:ext cx="1922867" cy="409575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ctr">
              <a:buNone/>
            </a:pPr>
            <a:r>
              <a:rPr sz="2400" b="1" spc="-75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Spring Boot</a:t>
            </a:r>
            <a:endParaRPr sz="24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76A96833-29F8-4FCA-B44B-5AF47C510EB0}"/>
              </a:ext>
            </a:extLst>
          </p:cNvPr>
          <p:cNvSpPr>
            <a:spLocks noGrp="1"/>
          </p:cNvSpPr>
          <p:nvPr/>
        </p:nvSpPr>
        <p:spPr>
          <a:xfrm>
            <a:off x="10445725" y="5499795"/>
            <a:ext cx="1587550" cy="6875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Autofit/>
          </a:bodyPr>
          <a:lstStyle/>
          <a:p>
            <a:pPr marL="0" indent="0" algn="ctr">
              <a:lnSpc>
                <a:spcPct val="136400"/>
              </a:lnSpc>
              <a:buNone/>
            </a:pPr>
            <a:r>
              <a:rPr sz="1600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REST API · </a:t>
            </a: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인증</a:t>
            </a:r>
            <a:r>
              <a:rPr sz="1600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예측</a:t>
            </a:r>
            <a:r>
              <a:rPr sz="1600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계산</a:t>
            </a:r>
            <a:r>
              <a:rPr sz="1600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엔진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20F727F8-E2A2-4E6D-AF0D-73E179152415}"/>
              </a:ext>
            </a:extLst>
          </p:cNvPr>
          <p:cNvSpPr>
            <a:spLocks noGrp="1"/>
          </p:cNvSpPr>
          <p:nvPr/>
        </p:nvSpPr>
        <p:spPr>
          <a:xfrm>
            <a:off x="6667500" y="5762625"/>
            <a:ext cx="2286000" cy="1047750"/>
          </a:xfrm>
          <a:prstGeom prst="rect">
            <a:avLst/>
          </a:prstGeom>
          <a:solidFill>
            <a:srgbClr val="1B2233"/>
          </a:solidFill>
        </p:spPr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A2F8E969-3483-4565-AA6D-007A4C81EE29}"/>
              </a:ext>
            </a:extLst>
          </p:cNvPr>
          <p:cNvSpPr>
            <a:spLocks noGrp="1"/>
          </p:cNvSpPr>
          <p:nvPr/>
        </p:nvSpPr>
        <p:spPr>
          <a:xfrm>
            <a:off x="7448550" y="5976938"/>
            <a:ext cx="1407750" cy="3238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950" b="1" spc="-45" dirty="0" err="1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FastAPI</a:t>
            </a:r>
            <a:endParaRPr sz="19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9780ADE1-4F90-40BC-938A-5E49200A78D0}"/>
              </a:ext>
            </a:extLst>
          </p:cNvPr>
          <p:cNvSpPr>
            <a:spLocks noGrp="1"/>
          </p:cNvSpPr>
          <p:nvPr/>
        </p:nvSpPr>
        <p:spPr>
          <a:xfrm>
            <a:off x="7448550" y="6319838"/>
            <a:ext cx="1407750" cy="314325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추론</a:t>
            </a:r>
            <a:r>
              <a:rPr sz="1600" dirty="0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BCC4D0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엔드포인트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6C86D9C0-9821-452B-A30D-B663871A8FCE}"/>
              </a:ext>
            </a:extLst>
          </p:cNvPr>
          <p:cNvSpPr>
            <a:spLocks noGrp="1"/>
          </p:cNvSpPr>
          <p:nvPr/>
        </p:nvSpPr>
        <p:spPr>
          <a:xfrm>
            <a:off x="6667500" y="7000875"/>
            <a:ext cx="2286000" cy="857250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D813AA5D-5DF1-4159-9440-57FDA213DB39}"/>
              </a:ext>
            </a:extLst>
          </p:cNvPr>
          <p:cNvSpPr>
            <a:spLocks noGrp="1"/>
          </p:cNvSpPr>
          <p:nvPr/>
        </p:nvSpPr>
        <p:spPr>
          <a:xfrm>
            <a:off x="7386638" y="7160419"/>
            <a:ext cx="1423385" cy="276225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lang="en-US" sz="1600" b="1" spc="-60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PyTorch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6FE67A68-1135-423E-882C-9A9728D627BC}"/>
              </a:ext>
            </a:extLst>
          </p:cNvPr>
          <p:cNvSpPr>
            <a:spLocks noGrp="1"/>
          </p:cNvSpPr>
          <p:nvPr/>
        </p:nvSpPr>
        <p:spPr>
          <a:xfrm>
            <a:off x="7386638" y="7436644"/>
            <a:ext cx="1423385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residual-</a:t>
            </a:r>
            <a:r>
              <a:rPr lang="en-US"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gru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2943A76E-F85D-4F8D-815C-28277099B88F}"/>
              </a:ext>
            </a:extLst>
          </p:cNvPr>
          <p:cNvSpPr>
            <a:spLocks noGrp="1"/>
          </p:cNvSpPr>
          <p:nvPr/>
        </p:nvSpPr>
        <p:spPr>
          <a:xfrm>
            <a:off x="14001750" y="2809875"/>
            <a:ext cx="2695575" cy="1838325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9B6278B2-1118-4705-9464-5236ED2BB23A}"/>
              </a:ext>
            </a:extLst>
          </p:cNvPr>
          <p:cNvSpPr>
            <a:spLocks noGrp="1"/>
          </p:cNvSpPr>
          <p:nvPr/>
        </p:nvSpPr>
        <p:spPr>
          <a:xfrm>
            <a:off x="14488423" y="3686175"/>
            <a:ext cx="1722157" cy="366713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2000" b="1" spc="-67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PostgreSQL</a:t>
            </a:r>
            <a:endParaRPr sz="20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1627B7A2-B90D-473D-94A2-3EA17A1B6C9A}"/>
              </a:ext>
            </a:extLst>
          </p:cNvPr>
          <p:cNvSpPr>
            <a:spLocks noGrp="1"/>
          </p:cNvSpPr>
          <p:nvPr/>
        </p:nvSpPr>
        <p:spPr>
          <a:xfrm>
            <a:off x="14228854" y="4167188"/>
            <a:ext cx="2241366" cy="328613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1575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거래</a:t>
            </a:r>
            <a:r>
              <a:rPr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· </a:t>
            </a:r>
            <a:r>
              <a:rPr sz="1575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예측</a:t>
            </a:r>
            <a:r>
              <a:rPr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575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결과</a:t>
            </a:r>
            <a:r>
              <a:rPr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· JDBC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1" name="Shape 38">
            <a:extLst>
              <a:ext uri="{FF2B5EF4-FFF2-40B4-BE49-F238E27FC236}">
                <a16:creationId xmlns:a16="http://schemas.microsoft.com/office/drawing/2014/main" id="{192E7A69-C1EB-43F9-AFD9-93C456841592}"/>
              </a:ext>
            </a:extLst>
          </p:cNvPr>
          <p:cNvSpPr>
            <a:spLocks noGrp="1"/>
          </p:cNvSpPr>
          <p:nvPr/>
        </p:nvSpPr>
        <p:spPr>
          <a:xfrm>
            <a:off x="14001750" y="5000625"/>
            <a:ext cx="2695575" cy="1552575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pic>
        <p:nvPicPr>
          <p:cNvPr id="138" name="Image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0637" y="5023207"/>
            <a:ext cx="820997" cy="820997"/>
          </a:xfrm>
          <a:prstGeom prst="rect">
            <a:avLst/>
          </a:prstGeom>
        </p:spPr>
      </p:pic>
      <p:sp>
        <p:nvSpPr>
          <p:cNvPr id="53" name="Text 39">
            <a:extLst>
              <a:ext uri="{FF2B5EF4-FFF2-40B4-BE49-F238E27FC236}">
                <a16:creationId xmlns:a16="http://schemas.microsoft.com/office/drawing/2014/main" id="{84F26432-8C3F-4EDF-A1CD-1612DF7502F2}"/>
              </a:ext>
            </a:extLst>
          </p:cNvPr>
          <p:cNvSpPr>
            <a:spLocks noGrp="1"/>
          </p:cNvSpPr>
          <p:nvPr/>
        </p:nvSpPr>
        <p:spPr>
          <a:xfrm>
            <a:off x="14860637" y="5695950"/>
            <a:ext cx="977801" cy="366713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sz="2000" b="1" spc="-67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Flyway</a:t>
            </a:r>
            <a:endParaRPr sz="20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4" name="Text 40">
            <a:extLst>
              <a:ext uri="{FF2B5EF4-FFF2-40B4-BE49-F238E27FC236}">
                <a16:creationId xmlns:a16="http://schemas.microsoft.com/office/drawing/2014/main" id="{420089A8-98F3-4BCC-8EE9-CF55CD30AD90}"/>
              </a:ext>
            </a:extLst>
          </p:cNvPr>
          <p:cNvSpPr>
            <a:spLocks noGrp="1"/>
          </p:cNvSpPr>
          <p:nvPr/>
        </p:nvSpPr>
        <p:spPr>
          <a:xfrm>
            <a:off x="14377426" y="6157913"/>
            <a:ext cx="1944149" cy="328613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ctr">
              <a:buNone/>
            </a:pP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기동</a:t>
            </a:r>
            <a:r>
              <a:rPr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시 </a:t>
            </a: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마이그레이션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5" name="Shape 41">
            <a:extLst>
              <a:ext uri="{FF2B5EF4-FFF2-40B4-BE49-F238E27FC236}">
                <a16:creationId xmlns:a16="http://schemas.microsoft.com/office/drawing/2014/main" id="{A54E249F-B823-4E25-A87D-A44CC4954AC4}"/>
              </a:ext>
            </a:extLst>
          </p:cNvPr>
          <p:cNvSpPr>
            <a:spLocks noGrp="1"/>
          </p:cNvSpPr>
          <p:nvPr/>
        </p:nvSpPr>
        <p:spPr>
          <a:xfrm>
            <a:off x="3429000" y="8435877"/>
            <a:ext cx="9553575" cy="1362075"/>
          </a:xfrm>
          <a:prstGeom prst="rect">
            <a:avLst/>
          </a:prstGeom>
          <a:solidFill>
            <a:srgbClr val="E6E9EF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8962954D-4A14-4039-98C4-A263A7CC3A24}"/>
              </a:ext>
            </a:extLst>
          </p:cNvPr>
          <p:cNvSpPr>
            <a:spLocks noGrp="1"/>
          </p:cNvSpPr>
          <p:nvPr/>
        </p:nvSpPr>
        <p:spPr>
          <a:xfrm>
            <a:off x="3638550" y="8543925"/>
            <a:ext cx="1116360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575" spc="225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/>
              </a:rPr>
              <a:t>CI / CD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57" name="Shape 43">
            <a:extLst>
              <a:ext uri="{FF2B5EF4-FFF2-40B4-BE49-F238E27FC236}">
                <a16:creationId xmlns:a16="http://schemas.microsoft.com/office/drawing/2014/main" id="{E6B93610-550F-40E2-A02E-52E99526DADF}"/>
              </a:ext>
            </a:extLst>
          </p:cNvPr>
          <p:cNvSpPr>
            <a:spLocks noGrp="1"/>
          </p:cNvSpPr>
          <p:nvPr/>
        </p:nvSpPr>
        <p:spPr>
          <a:xfrm>
            <a:off x="1238250" y="8572500"/>
            <a:ext cx="1743075" cy="1171575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pic>
        <p:nvPicPr>
          <p:cNvPr id="144" name="Image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11029" y="8579617"/>
            <a:ext cx="627906" cy="627906"/>
          </a:xfrm>
          <a:prstGeom prst="rect">
            <a:avLst/>
          </a:prstGeom>
        </p:spPr>
      </p:pic>
      <p:sp>
        <p:nvSpPr>
          <p:cNvPr id="59" name="Text 44">
            <a:extLst>
              <a:ext uri="{FF2B5EF4-FFF2-40B4-BE49-F238E27FC236}">
                <a16:creationId xmlns:a16="http://schemas.microsoft.com/office/drawing/2014/main" id="{E441A14E-D978-45B4-BA5E-793799D777FA}"/>
              </a:ext>
            </a:extLst>
          </p:cNvPr>
          <p:cNvSpPr>
            <a:spLocks noGrp="1"/>
          </p:cNvSpPr>
          <p:nvPr/>
        </p:nvSpPr>
        <p:spPr>
          <a:xfrm>
            <a:off x="1505917" y="9229725"/>
            <a:ext cx="1328432" cy="371475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l">
              <a:buNone/>
            </a:pPr>
            <a:r>
              <a:rPr sz="1600" b="1" spc="-45" dirty="0" err="1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개발자</a:t>
            </a:r>
            <a:r>
              <a:rPr sz="1600" b="1" spc="-4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Push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0" name="Shape 45">
            <a:extLst>
              <a:ext uri="{FF2B5EF4-FFF2-40B4-BE49-F238E27FC236}">
                <a16:creationId xmlns:a16="http://schemas.microsoft.com/office/drawing/2014/main" id="{5801D3C4-35C0-4D99-A095-71F46066844E}"/>
              </a:ext>
            </a:extLst>
          </p:cNvPr>
          <p:cNvSpPr>
            <a:spLocks noGrp="1"/>
          </p:cNvSpPr>
          <p:nvPr/>
        </p:nvSpPr>
        <p:spPr>
          <a:xfrm>
            <a:off x="3762375" y="8867775"/>
            <a:ext cx="2762250" cy="800100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62" name="Text 46">
            <a:extLst>
              <a:ext uri="{FF2B5EF4-FFF2-40B4-BE49-F238E27FC236}">
                <a16:creationId xmlns:a16="http://schemas.microsoft.com/office/drawing/2014/main" id="{25D9C5E0-CC92-44F8-AD00-94D42DD38F6A}"/>
              </a:ext>
            </a:extLst>
          </p:cNvPr>
          <p:cNvSpPr>
            <a:spLocks noGrp="1"/>
          </p:cNvSpPr>
          <p:nvPr/>
        </p:nvSpPr>
        <p:spPr>
          <a:xfrm>
            <a:off x="4538662" y="8970169"/>
            <a:ext cx="1069553" cy="3238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950" b="1" spc="-4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Jenkins</a:t>
            </a:r>
            <a:endParaRPr sz="19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3" name="Text 47">
            <a:extLst>
              <a:ext uri="{FF2B5EF4-FFF2-40B4-BE49-F238E27FC236}">
                <a16:creationId xmlns:a16="http://schemas.microsoft.com/office/drawing/2014/main" id="{4C202856-A0F0-4478-B880-E31E08CCBF8A}"/>
              </a:ext>
            </a:extLst>
          </p:cNvPr>
          <p:cNvSpPr>
            <a:spLocks noGrp="1"/>
          </p:cNvSpPr>
          <p:nvPr/>
        </p:nvSpPr>
        <p:spPr>
          <a:xfrm>
            <a:off x="4538662" y="9303544"/>
            <a:ext cx="1069553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빌드</a:t>
            </a:r>
            <a:r>
              <a:rPr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· </a:t>
            </a: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테스트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4" name="Shape 48">
            <a:extLst>
              <a:ext uri="{FF2B5EF4-FFF2-40B4-BE49-F238E27FC236}">
                <a16:creationId xmlns:a16="http://schemas.microsoft.com/office/drawing/2014/main" id="{4CC87389-C7F2-4AC2-A69E-D286EF73BDA2}"/>
              </a:ext>
            </a:extLst>
          </p:cNvPr>
          <p:cNvSpPr>
            <a:spLocks noGrp="1"/>
          </p:cNvSpPr>
          <p:nvPr/>
        </p:nvSpPr>
        <p:spPr>
          <a:xfrm>
            <a:off x="6810375" y="8867775"/>
            <a:ext cx="2762250" cy="800100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66" name="Text 49">
            <a:extLst>
              <a:ext uri="{FF2B5EF4-FFF2-40B4-BE49-F238E27FC236}">
                <a16:creationId xmlns:a16="http://schemas.microsoft.com/office/drawing/2014/main" id="{E78A92A0-47A1-4D07-B70E-CDF9A3CBA8D7}"/>
              </a:ext>
            </a:extLst>
          </p:cNvPr>
          <p:cNvSpPr>
            <a:spLocks noGrp="1"/>
          </p:cNvSpPr>
          <p:nvPr/>
        </p:nvSpPr>
        <p:spPr>
          <a:xfrm>
            <a:off x="7586663" y="8970169"/>
            <a:ext cx="1604858" cy="3238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950" b="1" spc="-4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Docker Build</a:t>
            </a:r>
            <a:endParaRPr sz="19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7" name="Text 50">
            <a:extLst>
              <a:ext uri="{FF2B5EF4-FFF2-40B4-BE49-F238E27FC236}">
                <a16:creationId xmlns:a16="http://schemas.microsoft.com/office/drawing/2014/main" id="{42C13E3D-E25A-4371-AA80-473B159BB2F7}"/>
              </a:ext>
            </a:extLst>
          </p:cNvPr>
          <p:cNvSpPr>
            <a:spLocks noGrp="1"/>
          </p:cNvSpPr>
          <p:nvPr/>
        </p:nvSpPr>
        <p:spPr>
          <a:xfrm>
            <a:off x="7586663" y="9303544"/>
            <a:ext cx="1604858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이미지</a:t>
            </a:r>
            <a:r>
              <a:rPr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생성</a:t>
            </a:r>
            <a:r>
              <a:rPr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· </a:t>
            </a: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태깅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68" name="Shape 51">
            <a:extLst>
              <a:ext uri="{FF2B5EF4-FFF2-40B4-BE49-F238E27FC236}">
                <a16:creationId xmlns:a16="http://schemas.microsoft.com/office/drawing/2014/main" id="{3F8B7541-968E-461D-901C-8225B23C3A53}"/>
              </a:ext>
            </a:extLst>
          </p:cNvPr>
          <p:cNvSpPr>
            <a:spLocks noGrp="1"/>
          </p:cNvSpPr>
          <p:nvPr/>
        </p:nvSpPr>
        <p:spPr>
          <a:xfrm>
            <a:off x="9858375" y="8867775"/>
            <a:ext cx="2762250" cy="800100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pic>
        <p:nvPicPr>
          <p:cNvPr id="155" name="Image 1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13870" y="8893570"/>
            <a:ext cx="754130" cy="754130"/>
          </a:xfrm>
          <a:prstGeom prst="rect">
            <a:avLst/>
          </a:prstGeom>
        </p:spPr>
      </p:pic>
      <p:sp>
        <p:nvSpPr>
          <p:cNvPr id="70" name="Text 52">
            <a:extLst>
              <a:ext uri="{FF2B5EF4-FFF2-40B4-BE49-F238E27FC236}">
                <a16:creationId xmlns:a16="http://schemas.microsoft.com/office/drawing/2014/main" id="{8404D812-7760-4279-B049-8767BF5BE5C5}"/>
              </a:ext>
            </a:extLst>
          </p:cNvPr>
          <p:cNvSpPr>
            <a:spLocks noGrp="1"/>
          </p:cNvSpPr>
          <p:nvPr/>
        </p:nvSpPr>
        <p:spPr>
          <a:xfrm>
            <a:off x="10634663" y="8970169"/>
            <a:ext cx="1337355" cy="3238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950" b="1" spc="-4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Deploy</a:t>
            </a:r>
            <a:endParaRPr sz="19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1" name="Text 53">
            <a:extLst>
              <a:ext uri="{FF2B5EF4-FFF2-40B4-BE49-F238E27FC236}">
                <a16:creationId xmlns:a16="http://schemas.microsoft.com/office/drawing/2014/main" id="{15337CF7-C554-4965-8A35-4A34F1AC9DAA}"/>
              </a:ext>
            </a:extLst>
          </p:cNvPr>
          <p:cNvSpPr>
            <a:spLocks noGrp="1"/>
          </p:cNvSpPr>
          <p:nvPr/>
        </p:nvSpPr>
        <p:spPr>
          <a:xfrm>
            <a:off x="10634663" y="9303544"/>
            <a:ext cx="1337355" cy="300038"/>
          </a:xfrm>
          <a:prstGeom prst="rect">
            <a:avLst/>
          </a:prstGeom>
          <a:noFill/>
        </p:spPr>
        <p:txBody>
          <a:bodyPr wrap="none" lIns="25400" tIns="25400" rIns="25400" bIns="25400" anchor="t">
            <a:noAutofit/>
          </a:bodyPr>
          <a:lstStyle/>
          <a:p>
            <a:pPr marL="0" indent="0" algn="l">
              <a:buNone/>
            </a:pP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컨테이너</a:t>
            </a:r>
            <a:r>
              <a:rPr sz="16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sz="160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재기동</a:t>
            </a:r>
            <a:endParaRPr sz="16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5D49BD9A-4C81-4076-99F0-2295B6F99F32}"/>
              </a:ext>
            </a:extLst>
          </p:cNvPr>
          <p:cNvSpPr>
            <a:spLocks noGrp="1"/>
          </p:cNvSpPr>
          <p:nvPr/>
        </p:nvSpPr>
        <p:spPr>
          <a:xfrm>
            <a:off x="914400" y="702215"/>
            <a:ext cx="3509919" cy="691069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아키텍처</a:t>
            </a:r>
          </a:p>
        </p:txBody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3A0853EE-573E-4125-ABF0-6BB67D444FDB}"/>
              </a:ext>
            </a:extLst>
          </p:cNvPr>
          <p:cNvSpPr>
            <a:spLocks noGrp="1"/>
          </p:cNvSpPr>
          <p:nvPr/>
        </p:nvSpPr>
        <p:spPr>
          <a:xfrm>
            <a:off x="14001750" y="7112000"/>
            <a:ext cx="2695575" cy="1838325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03465AE7-F2AD-4294-8167-0E033A8020DD}"/>
              </a:ext>
            </a:extLst>
          </p:cNvPr>
          <p:cNvSpPr>
            <a:spLocks noGrp="1"/>
          </p:cNvSpPr>
          <p:nvPr/>
        </p:nvSpPr>
        <p:spPr>
          <a:xfrm>
            <a:off x="14488423" y="7988300"/>
            <a:ext cx="1722157" cy="366713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lang="en-US" sz="2000" b="1" spc="-67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Redis</a:t>
            </a:r>
            <a:endParaRPr sz="20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229CBDFC-2868-434B-9617-C649D6CA59CB}"/>
              </a:ext>
            </a:extLst>
          </p:cNvPr>
          <p:cNvSpPr>
            <a:spLocks noGrp="1"/>
          </p:cNvSpPr>
          <p:nvPr/>
        </p:nvSpPr>
        <p:spPr>
          <a:xfrm>
            <a:off x="14008100" y="8469313"/>
            <a:ext cx="2692400" cy="328613"/>
          </a:xfrm>
          <a:prstGeom prst="rect">
            <a:avLst/>
          </a:prstGeom>
          <a:noFill/>
        </p:spPr>
        <p:txBody>
          <a:bodyPr wrap="square" lIns="25400" tIns="25400" rIns="25400" bIns="25400" anchor="t">
            <a:normAutofit/>
          </a:bodyPr>
          <a:lstStyle/>
          <a:p>
            <a:pPr marL="0" indent="0" algn="ctr">
              <a:buNone/>
            </a:pPr>
            <a:r>
              <a:rPr lang="ko-KR" altLang="en-US"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토큰 </a:t>
            </a:r>
            <a:r>
              <a:rPr lang="en-US" altLang="ko-KR"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· </a:t>
            </a:r>
            <a:r>
              <a:rPr lang="ko-KR" altLang="en-US" sz="1575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멱등키</a:t>
            </a:r>
            <a:r>
              <a:rPr lang="ko-KR" altLang="en-US"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 </a:t>
            </a:r>
            <a:r>
              <a:rPr lang="en-US" altLang="ko-KR"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· </a:t>
            </a:r>
            <a:r>
              <a:rPr lang="ko-KR" altLang="en-US" sz="1575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예측 작업</a:t>
            </a:r>
            <a:endParaRPr sz="1575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E86A7B-C2C9-4EE3-9513-6DF556BE7A5F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254769" y="2970748"/>
            <a:ext cx="920211" cy="9937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4FD863-EAF1-4A12-8D63-444905ED35B8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579367" y="3165123"/>
            <a:ext cx="964246" cy="8533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7065BA7-3BBB-4B5C-AD05-22C94EE22BEE}"/>
              </a:ext>
            </a:extLst>
          </p:cNvPr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880366" y="3182968"/>
            <a:ext cx="794876" cy="8176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806FBE3-89F2-4B1E-82B6-9F8E30840343}"/>
              </a:ext>
            </a:extLst>
          </p:cNvPr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0695" y="3938973"/>
            <a:ext cx="1171576" cy="108864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05297DD-320B-4FC2-BF4F-9EC62E3B6A1E}"/>
              </a:ext>
            </a:extLst>
          </p:cNvPr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6696651" y="7093889"/>
            <a:ext cx="720000" cy="72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5D7FA2C-6499-48EA-9048-37AFB9A896C5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14888192" y="2895121"/>
            <a:ext cx="815358" cy="83521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8F55EF5-8F04-45DA-8408-33D8CA748F97}"/>
              </a:ext>
            </a:extLst>
          </p:cNvPr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14840221" y="7135432"/>
            <a:ext cx="1018558" cy="90161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5D854B1-6EAE-4491-992A-6B22B8DB3645}"/>
              </a:ext>
            </a:extLst>
          </p:cNvPr>
          <p:cNvPicPr>
            <a:picLocks/>
          </p:cNvPicPr>
          <p:nvPr/>
        </p:nvPicPr>
        <p:blipFill rotWithShape="1">
          <a:blip r:embed="rId18"/>
          <a:srcRect l="1" r="1401"/>
          <a:stretch/>
        </p:blipFill>
        <p:spPr>
          <a:xfrm>
            <a:off x="3829270" y="8907825"/>
            <a:ext cx="709913" cy="72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22771D6-FE59-4497-A548-6EB340149517}"/>
              </a:ext>
            </a:extLst>
          </p:cNvPr>
          <p:cNvPicPr>
            <a:picLocks/>
          </p:cNvPicPr>
          <p:nvPr/>
        </p:nvPicPr>
        <p:blipFill rotWithShape="1">
          <a:blip r:embed="rId19"/>
          <a:srcRect l="9240" t="13986" r="35328" b="44341"/>
          <a:stretch/>
        </p:blipFill>
        <p:spPr>
          <a:xfrm>
            <a:off x="6938056" y="9004695"/>
            <a:ext cx="613422" cy="5417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4F194A-ECC7-4ED6-B530-43FB3DA6B23F}"/>
              </a:ext>
            </a:extLst>
          </p:cNvPr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6717075" y="5924796"/>
            <a:ext cx="720000" cy="720000"/>
          </a:xfrm>
          <a:prstGeom prst="rect">
            <a:avLst/>
          </a:prstGeom>
        </p:spPr>
      </p:pic>
      <p:sp>
        <p:nvSpPr>
          <p:cNvPr id="72" name="Shape 13">
            <a:extLst>
              <a:ext uri="{FF2B5EF4-FFF2-40B4-BE49-F238E27FC236}">
                <a16:creationId xmlns:a16="http://schemas.microsoft.com/office/drawing/2014/main" id="{52D2333E-8CBC-4CD6-AA1A-617E366EC88A}"/>
              </a:ext>
            </a:extLst>
          </p:cNvPr>
          <p:cNvSpPr>
            <a:spLocks noGrp="1"/>
          </p:cNvSpPr>
          <p:nvPr/>
        </p:nvSpPr>
        <p:spPr>
          <a:xfrm>
            <a:off x="1154961" y="2863599"/>
            <a:ext cx="1743075" cy="1609726"/>
          </a:xfrm>
          <a:prstGeom prst="rect">
            <a:avLst/>
          </a:prstGeom>
          <a:solidFill>
            <a:srgbClr val="F4F6FA"/>
          </a:solidFill>
          <a:ln w="14288">
            <a:solidFill>
              <a:srgbClr val="DCE1E9"/>
            </a:solidFill>
            <a:prstDash val="solid"/>
          </a:ln>
        </p:spPr>
      </p:sp>
      <p:pic>
        <p:nvPicPr>
          <p:cNvPr id="73" name="Image 2">
            <a:extLst>
              <a:ext uri="{FF2B5EF4-FFF2-40B4-BE49-F238E27FC236}">
                <a16:creationId xmlns:a16="http://schemas.microsoft.com/office/drawing/2014/main" id="{719EED08-567E-432A-B7E5-5F61D1BBD1A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67520" y="3024581"/>
            <a:ext cx="747109" cy="747109"/>
          </a:xfrm>
          <a:prstGeom prst="rect">
            <a:avLst/>
          </a:prstGeom>
        </p:spPr>
      </p:pic>
      <p:sp>
        <p:nvSpPr>
          <p:cNvPr id="76" name="Text 14">
            <a:extLst>
              <a:ext uri="{FF2B5EF4-FFF2-40B4-BE49-F238E27FC236}">
                <a16:creationId xmlns:a16="http://schemas.microsoft.com/office/drawing/2014/main" id="{806D843C-A6C5-4657-8470-F61451665B3B}"/>
              </a:ext>
            </a:extLst>
          </p:cNvPr>
          <p:cNvSpPr>
            <a:spLocks noGrp="1"/>
          </p:cNvSpPr>
          <p:nvPr/>
        </p:nvSpPr>
        <p:spPr>
          <a:xfrm>
            <a:off x="1529507" y="3733511"/>
            <a:ext cx="1027212" cy="323850"/>
          </a:xfrm>
          <a:prstGeom prst="rect">
            <a:avLst/>
          </a:prstGeom>
          <a:noFill/>
        </p:spPr>
        <p:txBody>
          <a:bodyPr wrap="none" lIns="25400" tIns="25400" rIns="25400" bIns="2540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950" b="1" spc="-45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Browser</a:t>
            </a:r>
            <a:endParaRPr sz="195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AA8B42E-1728-4178-AC0B-6A39527BB2D5}"/>
              </a:ext>
            </a:extLst>
          </p:cNvPr>
          <p:cNvCxnSpPr>
            <a:cxnSpLocks/>
          </p:cNvCxnSpPr>
          <p:nvPr/>
        </p:nvCxnSpPr>
        <p:spPr>
          <a:xfrm>
            <a:off x="2956560" y="3619500"/>
            <a:ext cx="72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172F4D0-53F4-430D-BE5D-128B7ADE2CC8}"/>
              </a:ext>
            </a:extLst>
          </p:cNvPr>
          <p:cNvCxnSpPr/>
          <p:nvPr/>
        </p:nvCxnSpPr>
        <p:spPr>
          <a:xfrm>
            <a:off x="5695950" y="3752850"/>
            <a:ext cx="72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7029096-AC4F-4252-B433-F45401495382}"/>
              </a:ext>
            </a:extLst>
          </p:cNvPr>
          <p:cNvCxnSpPr/>
          <p:nvPr/>
        </p:nvCxnSpPr>
        <p:spPr>
          <a:xfrm>
            <a:off x="9239250" y="4191000"/>
            <a:ext cx="540000" cy="0"/>
          </a:xfrm>
          <a:prstGeom prst="line">
            <a:avLst/>
          </a:prstGeom>
          <a:ln w="19050">
            <a:solidFill>
              <a:srgbClr val="5B8DEF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9AE2AD6-E365-4E01-BF5F-ECF02CDD4CC6}"/>
              </a:ext>
            </a:extLst>
          </p:cNvPr>
          <p:cNvCxnSpPr/>
          <p:nvPr/>
        </p:nvCxnSpPr>
        <p:spPr>
          <a:xfrm flipH="1">
            <a:off x="9004300" y="6062663"/>
            <a:ext cx="720000" cy="0"/>
          </a:xfrm>
          <a:prstGeom prst="line">
            <a:avLst/>
          </a:prstGeom>
          <a:ln w="19050">
            <a:solidFill>
              <a:srgbClr val="5B8DEF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A688AC9-60C9-4938-A9A4-4A2C9B42C069}"/>
              </a:ext>
            </a:extLst>
          </p:cNvPr>
          <p:cNvCxnSpPr/>
          <p:nvPr/>
        </p:nvCxnSpPr>
        <p:spPr>
          <a:xfrm>
            <a:off x="12816840" y="3810000"/>
            <a:ext cx="108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7B128E7-997A-45BA-AD16-45242773A549}"/>
              </a:ext>
            </a:extLst>
          </p:cNvPr>
          <p:cNvCxnSpPr/>
          <p:nvPr/>
        </p:nvCxnSpPr>
        <p:spPr>
          <a:xfrm>
            <a:off x="12827000" y="5778500"/>
            <a:ext cx="1080000" cy="0"/>
          </a:xfrm>
          <a:prstGeom prst="line">
            <a:avLst/>
          </a:prstGeom>
          <a:ln w="19050">
            <a:solidFill>
              <a:srgbClr val="8C94A3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3AAE2F2-075A-4F6F-B417-AD61808E93CD}"/>
              </a:ext>
            </a:extLst>
          </p:cNvPr>
          <p:cNvCxnSpPr/>
          <p:nvPr/>
        </p:nvCxnSpPr>
        <p:spPr>
          <a:xfrm flipV="1">
            <a:off x="15354300" y="4648200"/>
            <a:ext cx="0" cy="35560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4B924A4-233B-434F-A488-5B317F330F11}"/>
              </a:ext>
            </a:extLst>
          </p:cNvPr>
          <p:cNvCxnSpPr/>
          <p:nvPr/>
        </p:nvCxnSpPr>
        <p:spPr>
          <a:xfrm>
            <a:off x="12847320" y="6350000"/>
            <a:ext cx="36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807D500-638E-4D82-9509-D7B1839790EC}"/>
              </a:ext>
            </a:extLst>
          </p:cNvPr>
          <p:cNvCxnSpPr/>
          <p:nvPr/>
        </p:nvCxnSpPr>
        <p:spPr>
          <a:xfrm>
            <a:off x="13208000" y="6350000"/>
            <a:ext cx="0" cy="1676400"/>
          </a:xfrm>
          <a:prstGeom prst="line">
            <a:avLst/>
          </a:prstGeom>
          <a:ln w="19050">
            <a:solidFill>
              <a:srgbClr val="8C94A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34D16DB-1629-4816-8527-19760B3FA3B4}"/>
              </a:ext>
            </a:extLst>
          </p:cNvPr>
          <p:cNvCxnSpPr/>
          <p:nvPr/>
        </p:nvCxnSpPr>
        <p:spPr>
          <a:xfrm>
            <a:off x="13208000" y="8026400"/>
            <a:ext cx="72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D27F132-3622-4C58-A9F8-F0907C1260E4}"/>
              </a:ext>
            </a:extLst>
          </p:cNvPr>
          <p:cNvCxnSpPr/>
          <p:nvPr/>
        </p:nvCxnSpPr>
        <p:spPr>
          <a:xfrm flipV="1">
            <a:off x="11239500" y="8016240"/>
            <a:ext cx="0" cy="54000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65A129B-B86B-4878-B0B8-F5AB39C4ADC9}"/>
              </a:ext>
            </a:extLst>
          </p:cNvPr>
          <p:cNvCxnSpPr/>
          <p:nvPr/>
        </p:nvCxnSpPr>
        <p:spPr>
          <a:xfrm>
            <a:off x="3004820" y="9207500"/>
            <a:ext cx="720000" cy="0"/>
          </a:xfrm>
          <a:prstGeom prst="line">
            <a:avLst/>
          </a:prstGeom>
          <a:ln w="19050">
            <a:solidFill>
              <a:srgbClr val="8C94A3"/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219003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2A469-90AC-4BA3-97BF-55A9349D5EB2}"/>
              </a:ext>
            </a:extLst>
          </p:cNvPr>
          <p:cNvSpPr txBox="1"/>
          <p:nvPr/>
        </p:nvSpPr>
        <p:spPr>
          <a:xfrm>
            <a:off x="1828800" y="2827923"/>
            <a:ext cx="5080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ko-KR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04</a:t>
            </a:r>
            <a:endParaRPr lang="ko-KR" altLang="en-US"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71C05-D1CE-48E4-BD76-A87D4700AA3D}"/>
              </a:ext>
            </a:extLst>
          </p:cNvPr>
          <p:cNvSpPr txBox="1"/>
          <p:nvPr/>
        </p:nvSpPr>
        <p:spPr>
          <a:xfrm>
            <a:off x="1828800" y="3683169"/>
            <a:ext cx="14605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84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기대효과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DF3D26D-9DB9-41CC-BF13-ACE5565879DD}"/>
              </a:ext>
            </a:extLst>
          </p:cNvPr>
          <p:cNvCxnSpPr/>
          <p:nvPr/>
        </p:nvCxnSpPr>
        <p:spPr>
          <a:xfrm>
            <a:off x="1828800" y="6350000"/>
            <a:ext cx="3810000" cy="0"/>
          </a:xfrm>
          <a:prstGeom prst="line">
            <a:avLst/>
          </a:prstGeom>
          <a:ln w="25400">
            <a:solidFill>
              <a:srgbClr val="3565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D537CCC-AB5B-4550-9613-1EF40A05FD27}"/>
              </a:ext>
            </a:extLst>
          </p:cNvPr>
          <p:cNvSpPr txBox="1"/>
          <p:nvPr/>
        </p:nvSpPr>
        <p:spPr>
          <a:xfrm>
            <a:off x="1828800" y="6562468"/>
            <a:ext cx="114300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ko-KR" altLang="en-US" sz="300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무엇이 달라지나</a:t>
            </a:r>
          </a:p>
        </p:txBody>
      </p:sp>
    </p:spTree>
    <p:extLst>
      <p:ext uri="{BB962C8B-B14F-4D97-AF65-F5344CB8AC3E}">
        <p14:creationId xmlns:p14="http://schemas.microsoft.com/office/powerpoint/2010/main" val="3885372656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eader-title">
            <a:extLst>
              <a:ext uri="{FF2B5EF4-FFF2-40B4-BE49-F238E27FC236}">
                <a16:creationId xmlns:a16="http://schemas.microsoft.com/office/drawing/2014/main" id="{DFC22554-5910-4495-9846-89A4AF3152E9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4953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050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기대효과</a:t>
            </a:r>
            <a:endParaRPr sz="405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9" name="journey-line">
            <a:extLst>
              <a:ext uri="{FF2B5EF4-FFF2-40B4-BE49-F238E27FC236}">
                <a16:creationId xmlns:a16="http://schemas.microsoft.com/office/drawing/2014/main" id="{19918FAC-A175-420F-A938-8EDF9E46BA6A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38100">
            <a:solidFill>
              <a:srgbClr val="DCE1E9"/>
            </a:solidFill>
            <a:prstDash val="solid"/>
          </a:ln>
        </p:spPr>
      </p:sp>
      <p:sp>
        <p:nvSpPr>
          <p:cNvPr id="10" name="!!journey-progress">
            <a:extLst>
              <a:ext uri="{FF2B5EF4-FFF2-40B4-BE49-F238E27FC236}">
                <a16:creationId xmlns:a16="http://schemas.microsoft.com/office/drawing/2014/main" id="{6333E653-A725-40AB-B213-8267763DA533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47625">
            <a:solidFill>
              <a:srgbClr val="5B8DEF"/>
            </a:solidFill>
            <a:prstDash val="solid"/>
          </a:ln>
        </p:spPr>
      </p:sp>
      <p:sp>
        <p:nvSpPr>
          <p:cNvPr id="12" name="journey-node-1">
            <a:extLst>
              <a:ext uri="{FF2B5EF4-FFF2-40B4-BE49-F238E27FC236}">
                <a16:creationId xmlns:a16="http://schemas.microsoft.com/office/drawing/2014/main" id="{261D7D08-3BD3-46C8-8C32-51498651715C}"/>
              </a:ext>
            </a:extLst>
          </p:cNvPr>
          <p:cNvSpPr>
            <a:spLocks noGrp="1"/>
          </p:cNvSpPr>
          <p:nvPr/>
        </p:nvSpPr>
        <p:spPr>
          <a:xfrm>
            <a:off x="26670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4" name="journey-label-1">
            <a:extLst>
              <a:ext uri="{FF2B5EF4-FFF2-40B4-BE49-F238E27FC236}">
                <a16:creationId xmlns:a16="http://schemas.microsoft.com/office/drawing/2014/main" id="{4052F568-80B9-4081-A64A-9ECD6CFDAC1A}"/>
              </a:ext>
            </a:extLst>
          </p:cNvPr>
          <p:cNvSpPr>
            <a:spLocks noGrp="1"/>
          </p:cNvSpPr>
          <p:nvPr/>
        </p:nvSpPr>
        <p:spPr>
          <a:xfrm>
            <a:off x="12954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지표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객관화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5" name="journey-node-2">
            <a:extLst>
              <a:ext uri="{FF2B5EF4-FFF2-40B4-BE49-F238E27FC236}">
                <a16:creationId xmlns:a16="http://schemas.microsoft.com/office/drawing/2014/main" id="{CC5967E4-7E46-47EA-BD2E-6AD46C3E635F}"/>
              </a:ext>
            </a:extLst>
          </p:cNvPr>
          <p:cNvSpPr>
            <a:spLocks noGrp="1"/>
          </p:cNvSpPr>
          <p:nvPr/>
        </p:nvSpPr>
        <p:spPr>
          <a:xfrm>
            <a:off x="69723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7" name="journey-label-2">
            <a:extLst>
              <a:ext uri="{FF2B5EF4-FFF2-40B4-BE49-F238E27FC236}">
                <a16:creationId xmlns:a16="http://schemas.microsoft.com/office/drawing/2014/main" id="{E483F46C-0688-45F0-8565-0EB994920333}"/>
              </a:ext>
            </a:extLst>
          </p:cNvPr>
          <p:cNvSpPr>
            <a:spLocks noGrp="1"/>
          </p:cNvSpPr>
          <p:nvPr/>
        </p:nvSpPr>
        <p:spPr>
          <a:xfrm>
            <a:off x="56007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조기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발견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8" name="journey-node-3">
            <a:extLst>
              <a:ext uri="{FF2B5EF4-FFF2-40B4-BE49-F238E27FC236}">
                <a16:creationId xmlns:a16="http://schemas.microsoft.com/office/drawing/2014/main" id="{FC5E6D72-EDF1-44F6-8C22-98730261E992}"/>
              </a:ext>
            </a:extLst>
          </p:cNvPr>
          <p:cNvSpPr>
            <a:spLocks noGrp="1"/>
          </p:cNvSpPr>
          <p:nvPr/>
        </p:nvSpPr>
        <p:spPr>
          <a:xfrm>
            <a:off x="112776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0" name="journey-label-3">
            <a:extLst>
              <a:ext uri="{FF2B5EF4-FFF2-40B4-BE49-F238E27FC236}">
                <a16:creationId xmlns:a16="http://schemas.microsoft.com/office/drawing/2014/main" id="{34ADC1F8-731F-4F6B-AB0E-EB14476D1C04}"/>
              </a:ext>
            </a:extLst>
          </p:cNvPr>
          <p:cNvSpPr>
            <a:spLocks noGrp="1"/>
          </p:cNvSpPr>
          <p:nvPr/>
        </p:nvSpPr>
        <p:spPr>
          <a:xfrm>
            <a:off x="99060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선제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대응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21" name="journey-node-4">
            <a:extLst>
              <a:ext uri="{FF2B5EF4-FFF2-40B4-BE49-F238E27FC236}">
                <a16:creationId xmlns:a16="http://schemas.microsoft.com/office/drawing/2014/main" id="{9C4B4688-D82B-42E3-83E7-86625EB19BD0}"/>
              </a:ext>
            </a:extLst>
          </p:cNvPr>
          <p:cNvSpPr>
            <a:spLocks noGrp="1"/>
          </p:cNvSpPr>
          <p:nvPr/>
        </p:nvSpPr>
        <p:spPr>
          <a:xfrm>
            <a:off x="155829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3" name="journey-label-4">
            <a:extLst>
              <a:ext uri="{FF2B5EF4-FFF2-40B4-BE49-F238E27FC236}">
                <a16:creationId xmlns:a16="http://schemas.microsoft.com/office/drawing/2014/main" id="{C7EB155C-C23F-4A8D-B920-02FC1AB93E1E}"/>
              </a:ext>
            </a:extLst>
          </p:cNvPr>
          <p:cNvSpPr>
            <a:spLocks noGrp="1"/>
          </p:cNvSpPr>
          <p:nvPr/>
        </p:nvSpPr>
        <p:spPr>
          <a:xfrm>
            <a:off x="142113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위험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최소화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1" name="!!active-green-ball">
            <a:extLst>
              <a:ext uri="{FF2B5EF4-FFF2-40B4-BE49-F238E27FC236}">
                <a16:creationId xmlns:a16="http://schemas.microsoft.com/office/drawing/2014/main" id="{9776355C-0362-4026-AA60-A01491261F1D}"/>
              </a:ext>
            </a:extLst>
          </p:cNvPr>
          <p:cNvSpPr>
            <a:spLocks noGrp="1"/>
          </p:cNvSpPr>
          <p:nvPr/>
        </p:nvSpPr>
        <p:spPr>
          <a:xfrm>
            <a:off x="2486025" y="7115175"/>
            <a:ext cx="476250" cy="476250"/>
          </a:xfrm>
          <a:prstGeom prst="ellipse">
            <a:avLst/>
          </a:prstGeom>
          <a:solidFill>
            <a:srgbClr val="3565D8"/>
          </a:solidFill>
          <a:ln w="19050">
            <a:solidFill>
              <a:srgbClr val="5B8DE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ko-KR" sz="1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1</a:t>
            </a:r>
            <a:endParaRPr lang="ko-KR" sz="18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27" name="expected-effect-icon-metrics" descr="경영 지표 객관화 계기판 아이콘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390650" y="2857500"/>
            <a:ext cx="2667000" cy="2667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1583638-E31A-48C9-B306-7B555886D789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231388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eader-title">
            <a:extLst>
              <a:ext uri="{FF2B5EF4-FFF2-40B4-BE49-F238E27FC236}">
                <a16:creationId xmlns:a16="http://schemas.microsoft.com/office/drawing/2014/main" id="{1CD69AD9-141E-4525-81DA-B58AB2D7FF10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4953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050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기대효과</a:t>
            </a:r>
            <a:endParaRPr sz="405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9" name="journey-line">
            <a:extLst>
              <a:ext uri="{FF2B5EF4-FFF2-40B4-BE49-F238E27FC236}">
                <a16:creationId xmlns:a16="http://schemas.microsoft.com/office/drawing/2014/main" id="{F76680B5-D713-4D83-BBD0-4ACE466A43CA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38100">
            <a:solidFill>
              <a:srgbClr val="DCE1E9"/>
            </a:solidFill>
            <a:prstDash val="solid"/>
          </a:ln>
        </p:spPr>
      </p:sp>
      <p:sp>
        <p:nvSpPr>
          <p:cNvPr id="10" name="!!journey-progress">
            <a:extLst>
              <a:ext uri="{FF2B5EF4-FFF2-40B4-BE49-F238E27FC236}">
                <a16:creationId xmlns:a16="http://schemas.microsoft.com/office/drawing/2014/main" id="{C987C4B3-D003-422A-8D07-4840E463BC57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47625">
            <a:solidFill>
              <a:srgbClr val="5B8DEF"/>
            </a:solidFill>
            <a:prstDash val="solid"/>
          </a:ln>
        </p:spPr>
      </p:sp>
      <p:sp>
        <p:nvSpPr>
          <p:cNvPr id="12" name="journey-node-1">
            <a:extLst>
              <a:ext uri="{FF2B5EF4-FFF2-40B4-BE49-F238E27FC236}">
                <a16:creationId xmlns:a16="http://schemas.microsoft.com/office/drawing/2014/main" id="{9A1A5A3F-67C3-4DD5-A714-ADDB6A8E1F30}"/>
              </a:ext>
            </a:extLst>
          </p:cNvPr>
          <p:cNvSpPr>
            <a:spLocks noGrp="1"/>
          </p:cNvSpPr>
          <p:nvPr/>
        </p:nvSpPr>
        <p:spPr>
          <a:xfrm>
            <a:off x="26670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4" name="journey-label-1">
            <a:extLst>
              <a:ext uri="{FF2B5EF4-FFF2-40B4-BE49-F238E27FC236}">
                <a16:creationId xmlns:a16="http://schemas.microsoft.com/office/drawing/2014/main" id="{B7CE5C03-3170-42AE-8CB9-514A233EB606}"/>
              </a:ext>
            </a:extLst>
          </p:cNvPr>
          <p:cNvSpPr>
            <a:spLocks noGrp="1"/>
          </p:cNvSpPr>
          <p:nvPr/>
        </p:nvSpPr>
        <p:spPr>
          <a:xfrm>
            <a:off x="12954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지표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객관화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5" name="journey-node-2">
            <a:extLst>
              <a:ext uri="{FF2B5EF4-FFF2-40B4-BE49-F238E27FC236}">
                <a16:creationId xmlns:a16="http://schemas.microsoft.com/office/drawing/2014/main" id="{FE396FD4-9495-432A-BF04-8DC8D1BD33D2}"/>
              </a:ext>
            </a:extLst>
          </p:cNvPr>
          <p:cNvSpPr>
            <a:spLocks noGrp="1"/>
          </p:cNvSpPr>
          <p:nvPr/>
        </p:nvSpPr>
        <p:spPr>
          <a:xfrm>
            <a:off x="69723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7" name="journey-label-2">
            <a:extLst>
              <a:ext uri="{FF2B5EF4-FFF2-40B4-BE49-F238E27FC236}">
                <a16:creationId xmlns:a16="http://schemas.microsoft.com/office/drawing/2014/main" id="{2B1F0C56-C4B9-4D1B-B157-2A58835F8293}"/>
              </a:ext>
            </a:extLst>
          </p:cNvPr>
          <p:cNvSpPr>
            <a:spLocks noGrp="1"/>
          </p:cNvSpPr>
          <p:nvPr/>
        </p:nvSpPr>
        <p:spPr>
          <a:xfrm>
            <a:off x="56007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조기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발견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8" name="journey-node-3">
            <a:extLst>
              <a:ext uri="{FF2B5EF4-FFF2-40B4-BE49-F238E27FC236}">
                <a16:creationId xmlns:a16="http://schemas.microsoft.com/office/drawing/2014/main" id="{E9072086-C4AA-4307-9615-B46A69A7DF55}"/>
              </a:ext>
            </a:extLst>
          </p:cNvPr>
          <p:cNvSpPr>
            <a:spLocks noGrp="1"/>
          </p:cNvSpPr>
          <p:nvPr/>
        </p:nvSpPr>
        <p:spPr>
          <a:xfrm>
            <a:off x="112776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0" name="journey-label-3">
            <a:extLst>
              <a:ext uri="{FF2B5EF4-FFF2-40B4-BE49-F238E27FC236}">
                <a16:creationId xmlns:a16="http://schemas.microsoft.com/office/drawing/2014/main" id="{E6424E27-5BF7-4479-9086-861226E1A6CA}"/>
              </a:ext>
            </a:extLst>
          </p:cNvPr>
          <p:cNvSpPr>
            <a:spLocks noGrp="1"/>
          </p:cNvSpPr>
          <p:nvPr/>
        </p:nvSpPr>
        <p:spPr>
          <a:xfrm>
            <a:off x="99060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선제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대응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21" name="journey-node-4">
            <a:extLst>
              <a:ext uri="{FF2B5EF4-FFF2-40B4-BE49-F238E27FC236}">
                <a16:creationId xmlns:a16="http://schemas.microsoft.com/office/drawing/2014/main" id="{935D7184-7704-4F40-B31A-EA79387E73ED}"/>
              </a:ext>
            </a:extLst>
          </p:cNvPr>
          <p:cNvSpPr>
            <a:spLocks noGrp="1"/>
          </p:cNvSpPr>
          <p:nvPr/>
        </p:nvSpPr>
        <p:spPr>
          <a:xfrm>
            <a:off x="155829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3" name="journey-label-4">
            <a:extLst>
              <a:ext uri="{FF2B5EF4-FFF2-40B4-BE49-F238E27FC236}">
                <a16:creationId xmlns:a16="http://schemas.microsoft.com/office/drawing/2014/main" id="{B7724EB3-E2C7-4879-B1B2-84F18236879E}"/>
              </a:ext>
            </a:extLst>
          </p:cNvPr>
          <p:cNvSpPr>
            <a:spLocks noGrp="1"/>
          </p:cNvSpPr>
          <p:nvPr/>
        </p:nvSpPr>
        <p:spPr>
          <a:xfrm>
            <a:off x="142113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위험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최소화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1" name="!!active-green-ball">
            <a:extLst>
              <a:ext uri="{FF2B5EF4-FFF2-40B4-BE49-F238E27FC236}">
                <a16:creationId xmlns:a16="http://schemas.microsoft.com/office/drawing/2014/main" id="{2D67A6DF-938E-40DD-B784-453D0B19C5F1}"/>
              </a:ext>
            </a:extLst>
          </p:cNvPr>
          <p:cNvSpPr>
            <a:spLocks noGrp="1"/>
          </p:cNvSpPr>
          <p:nvPr/>
        </p:nvSpPr>
        <p:spPr>
          <a:xfrm>
            <a:off x="6791325" y="7115175"/>
            <a:ext cx="476250" cy="476250"/>
          </a:xfrm>
          <a:prstGeom prst="ellipse">
            <a:avLst/>
          </a:prstGeom>
          <a:solidFill>
            <a:srgbClr val="3565D8"/>
          </a:solidFill>
          <a:ln w="19050">
            <a:solidFill>
              <a:srgbClr val="5B8DE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ko-KR" sz="1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2</a:t>
            </a:r>
            <a:endParaRPr lang="ko-KR" sz="18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45116F-8ED3-4368-B87A-A0FF4BBD796B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expected-effect-icon-risk" descr="위험 신호 조기 발견 레이더 아이콘">
            <a:extLst>
              <a:ext uri="{FF2B5EF4-FFF2-40B4-BE49-F238E27FC236}">
                <a16:creationId xmlns:a16="http://schemas.microsoft.com/office/drawing/2014/main" id="{D835ECC3-2F2B-4FA5-97EE-6BAC246E58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5753100" y="2857500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40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eader-title">
            <a:extLst>
              <a:ext uri="{FF2B5EF4-FFF2-40B4-BE49-F238E27FC236}">
                <a16:creationId xmlns:a16="http://schemas.microsoft.com/office/drawing/2014/main" id="{56C0BDC0-BAB3-42AC-80A2-C12A5A3E8B6C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4953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050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기대효과</a:t>
            </a:r>
            <a:endParaRPr sz="405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9" name="journey-line">
            <a:extLst>
              <a:ext uri="{FF2B5EF4-FFF2-40B4-BE49-F238E27FC236}">
                <a16:creationId xmlns:a16="http://schemas.microsoft.com/office/drawing/2014/main" id="{F3D1F46C-08B1-47EC-BCB5-A39946335456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38100">
            <a:solidFill>
              <a:srgbClr val="DCE1E9"/>
            </a:solidFill>
            <a:prstDash val="solid"/>
          </a:ln>
        </p:spPr>
      </p:sp>
      <p:sp>
        <p:nvSpPr>
          <p:cNvPr id="10" name="!!journey-progress">
            <a:extLst>
              <a:ext uri="{FF2B5EF4-FFF2-40B4-BE49-F238E27FC236}">
                <a16:creationId xmlns:a16="http://schemas.microsoft.com/office/drawing/2014/main" id="{EAA34F61-02E3-484A-B9DA-BC7CBC5780F1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47625">
            <a:solidFill>
              <a:srgbClr val="5B8DEF"/>
            </a:solidFill>
            <a:prstDash val="solid"/>
          </a:ln>
        </p:spPr>
      </p:sp>
      <p:sp>
        <p:nvSpPr>
          <p:cNvPr id="12" name="journey-node-1">
            <a:extLst>
              <a:ext uri="{FF2B5EF4-FFF2-40B4-BE49-F238E27FC236}">
                <a16:creationId xmlns:a16="http://schemas.microsoft.com/office/drawing/2014/main" id="{FDF63CF4-3F3E-4BD5-BF11-070CB98D962D}"/>
              </a:ext>
            </a:extLst>
          </p:cNvPr>
          <p:cNvSpPr>
            <a:spLocks noGrp="1"/>
          </p:cNvSpPr>
          <p:nvPr/>
        </p:nvSpPr>
        <p:spPr>
          <a:xfrm>
            <a:off x="26670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4" name="journey-label-1">
            <a:extLst>
              <a:ext uri="{FF2B5EF4-FFF2-40B4-BE49-F238E27FC236}">
                <a16:creationId xmlns:a16="http://schemas.microsoft.com/office/drawing/2014/main" id="{EF15E4BD-7158-4395-A3B4-3051E18AB2D7}"/>
              </a:ext>
            </a:extLst>
          </p:cNvPr>
          <p:cNvSpPr>
            <a:spLocks noGrp="1"/>
          </p:cNvSpPr>
          <p:nvPr/>
        </p:nvSpPr>
        <p:spPr>
          <a:xfrm>
            <a:off x="12954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지표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객관화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5" name="journey-node-2">
            <a:extLst>
              <a:ext uri="{FF2B5EF4-FFF2-40B4-BE49-F238E27FC236}">
                <a16:creationId xmlns:a16="http://schemas.microsoft.com/office/drawing/2014/main" id="{B334BC9B-D863-4633-9994-415278A732F9}"/>
              </a:ext>
            </a:extLst>
          </p:cNvPr>
          <p:cNvSpPr>
            <a:spLocks noGrp="1"/>
          </p:cNvSpPr>
          <p:nvPr/>
        </p:nvSpPr>
        <p:spPr>
          <a:xfrm>
            <a:off x="69723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7" name="journey-label-2">
            <a:extLst>
              <a:ext uri="{FF2B5EF4-FFF2-40B4-BE49-F238E27FC236}">
                <a16:creationId xmlns:a16="http://schemas.microsoft.com/office/drawing/2014/main" id="{339ACA35-CD77-441E-85C8-0BE170D805E4}"/>
              </a:ext>
            </a:extLst>
          </p:cNvPr>
          <p:cNvSpPr>
            <a:spLocks noGrp="1"/>
          </p:cNvSpPr>
          <p:nvPr/>
        </p:nvSpPr>
        <p:spPr>
          <a:xfrm>
            <a:off x="56007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조기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발견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8" name="journey-node-3">
            <a:extLst>
              <a:ext uri="{FF2B5EF4-FFF2-40B4-BE49-F238E27FC236}">
                <a16:creationId xmlns:a16="http://schemas.microsoft.com/office/drawing/2014/main" id="{E9D4DDEA-B97F-4633-9135-EA8A02D48942}"/>
              </a:ext>
            </a:extLst>
          </p:cNvPr>
          <p:cNvSpPr>
            <a:spLocks noGrp="1"/>
          </p:cNvSpPr>
          <p:nvPr/>
        </p:nvSpPr>
        <p:spPr>
          <a:xfrm>
            <a:off x="112776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0" name="journey-label-3">
            <a:extLst>
              <a:ext uri="{FF2B5EF4-FFF2-40B4-BE49-F238E27FC236}">
                <a16:creationId xmlns:a16="http://schemas.microsoft.com/office/drawing/2014/main" id="{42A4CACD-05DA-443F-A8C9-258F24A402EF}"/>
              </a:ext>
            </a:extLst>
          </p:cNvPr>
          <p:cNvSpPr>
            <a:spLocks noGrp="1"/>
          </p:cNvSpPr>
          <p:nvPr/>
        </p:nvSpPr>
        <p:spPr>
          <a:xfrm>
            <a:off x="99060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선제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대응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21" name="journey-node-4">
            <a:extLst>
              <a:ext uri="{FF2B5EF4-FFF2-40B4-BE49-F238E27FC236}">
                <a16:creationId xmlns:a16="http://schemas.microsoft.com/office/drawing/2014/main" id="{052523B3-3560-44AE-B3FB-0A4661DF60FF}"/>
              </a:ext>
            </a:extLst>
          </p:cNvPr>
          <p:cNvSpPr>
            <a:spLocks noGrp="1"/>
          </p:cNvSpPr>
          <p:nvPr/>
        </p:nvSpPr>
        <p:spPr>
          <a:xfrm>
            <a:off x="155829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3" name="journey-label-4">
            <a:extLst>
              <a:ext uri="{FF2B5EF4-FFF2-40B4-BE49-F238E27FC236}">
                <a16:creationId xmlns:a16="http://schemas.microsoft.com/office/drawing/2014/main" id="{CF53EF60-445A-4A54-8402-1C9303CC76E0}"/>
              </a:ext>
            </a:extLst>
          </p:cNvPr>
          <p:cNvSpPr>
            <a:spLocks noGrp="1"/>
          </p:cNvSpPr>
          <p:nvPr/>
        </p:nvSpPr>
        <p:spPr>
          <a:xfrm>
            <a:off x="142113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위험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최소화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1" name="!!active-green-ball">
            <a:extLst>
              <a:ext uri="{FF2B5EF4-FFF2-40B4-BE49-F238E27FC236}">
                <a16:creationId xmlns:a16="http://schemas.microsoft.com/office/drawing/2014/main" id="{DDF856C2-E1E1-4DB3-8EB2-98D60EA500A0}"/>
              </a:ext>
            </a:extLst>
          </p:cNvPr>
          <p:cNvSpPr>
            <a:spLocks noGrp="1"/>
          </p:cNvSpPr>
          <p:nvPr/>
        </p:nvSpPr>
        <p:spPr>
          <a:xfrm>
            <a:off x="11096625" y="7115175"/>
            <a:ext cx="476250" cy="476250"/>
          </a:xfrm>
          <a:prstGeom prst="ellipse">
            <a:avLst/>
          </a:prstGeom>
          <a:solidFill>
            <a:srgbClr val="3565D8"/>
          </a:solidFill>
          <a:ln w="19050">
            <a:solidFill>
              <a:srgbClr val="5B8DE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ko-KR" sz="1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3</a:t>
            </a:r>
            <a:endParaRPr lang="ko-KR" sz="18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pic>
        <p:nvPicPr>
          <p:cNvPr id="27" name="expected-effect-icon-strategy" descr="전략적 의사결정 분기 아이콘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001250" y="2857500"/>
            <a:ext cx="2667000" cy="2667000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7EE7075-7F75-4A4D-8783-E44F8620727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776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header-title">
            <a:extLst>
              <a:ext uri="{FF2B5EF4-FFF2-40B4-BE49-F238E27FC236}">
                <a16:creationId xmlns:a16="http://schemas.microsoft.com/office/drawing/2014/main" id="{94F9FED3-6856-444D-8324-F35C32A9480A}"/>
              </a:ext>
            </a:extLst>
          </p:cNvPr>
          <p:cNvSpPr>
            <a:spLocks noGrp="1"/>
          </p:cNvSpPr>
          <p:nvPr/>
        </p:nvSpPr>
        <p:spPr>
          <a:xfrm>
            <a:off x="1028700" y="647700"/>
            <a:ext cx="4953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050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기대효과</a:t>
            </a:r>
            <a:endParaRPr sz="405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9" name="journey-line">
            <a:extLst>
              <a:ext uri="{FF2B5EF4-FFF2-40B4-BE49-F238E27FC236}">
                <a16:creationId xmlns:a16="http://schemas.microsoft.com/office/drawing/2014/main" id="{0BCE75D8-F320-49FF-BDB2-850CCFE5CFE1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38100">
            <a:solidFill>
              <a:srgbClr val="DCE1E9"/>
            </a:solidFill>
            <a:prstDash val="solid"/>
          </a:ln>
        </p:spPr>
      </p:sp>
      <p:sp>
        <p:nvSpPr>
          <p:cNvPr id="10" name="!!journey-progress">
            <a:extLst>
              <a:ext uri="{FF2B5EF4-FFF2-40B4-BE49-F238E27FC236}">
                <a16:creationId xmlns:a16="http://schemas.microsoft.com/office/drawing/2014/main" id="{74E6F810-5298-4A22-B72D-9AE11E08167D}"/>
              </a:ext>
            </a:extLst>
          </p:cNvPr>
          <p:cNvSpPr>
            <a:spLocks noGrp="1"/>
          </p:cNvSpPr>
          <p:nvPr/>
        </p:nvSpPr>
        <p:spPr>
          <a:xfrm>
            <a:off x="2724150" y="7353300"/>
            <a:ext cx="12915900" cy="0"/>
          </a:xfrm>
          <a:prstGeom prst="line">
            <a:avLst/>
          </a:prstGeom>
          <a:noFill/>
          <a:ln w="47625">
            <a:solidFill>
              <a:srgbClr val="5B8DEF"/>
            </a:solidFill>
            <a:prstDash val="solid"/>
          </a:ln>
        </p:spPr>
      </p:sp>
      <p:sp>
        <p:nvSpPr>
          <p:cNvPr id="12" name="journey-node-1">
            <a:extLst>
              <a:ext uri="{FF2B5EF4-FFF2-40B4-BE49-F238E27FC236}">
                <a16:creationId xmlns:a16="http://schemas.microsoft.com/office/drawing/2014/main" id="{E11EE69B-AE06-466E-8924-AB02B2ACEB3B}"/>
              </a:ext>
            </a:extLst>
          </p:cNvPr>
          <p:cNvSpPr>
            <a:spLocks noGrp="1"/>
          </p:cNvSpPr>
          <p:nvPr/>
        </p:nvSpPr>
        <p:spPr>
          <a:xfrm>
            <a:off x="26670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4" name="journey-label-1">
            <a:extLst>
              <a:ext uri="{FF2B5EF4-FFF2-40B4-BE49-F238E27FC236}">
                <a16:creationId xmlns:a16="http://schemas.microsoft.com/office/drawing/2014/main" id="{97C5B8CE-AFE4-4199-A0EB-3BD288E15337}"/>
              </a:ext>
            </a:extLst>
          </p:cNvPr>
          <p:cNvSpPr>
            <a:spLocks noGrp="1"/>
          </p:cNvSpPr>
          <p:nvPr/>
        </p:nvSpPr>
        <p:spPr>
          <a:xfrm>
            <a:off x="12954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지표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객관화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5" name="journey-node-2">
            <a:extLst>
              <a:ext uri="{FF2B5EF4-FFF2-40B4-BE49-F238E27FC236}">
                <a16:creationId xmlns:a16="http://schemas.microsoft.com/office/drawing/2014/main" id="{FE905530-B4E6-4EE4-B6BD-E885DC796DDA}"/>
              </a:ext>
            </a:extLst>
          </p:cNvPr>
          <p:cNvSpPr>
            <a:spLocks noGrp="1"/>
          </p:cNvSpPr>
          <p:nvPr/>
        </p:nvSpPr>
        <p:spPr>
          <a:xfrm>
            <a:off x="69723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17" name="journey-label-2">
            <a:extLst>
              <a:ext uri="{FF2B5EF4-FFF2-40B4-BE49-F238E27FC236}">
                <a16:creationId xmlns:a16="http://schemas.microsoft.com/office/drawing/2014/main" id="{DF07331E-3BF7-4AFE-91F4-B266E7BEA8C7}"/>
              </a:ext>
            </a:extLst>
          </p:cNvPr>
          <p:cNvSpPr>
            <a:spLocks noGrp="1"/>
          </p:cNvSpPr>
          <p:nvPr/>
        </p:nvSpPr>
        <p:spPr>
          <a:xfrm>
            <a:off x="56007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조기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발견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8" name="journey-node-3">
            <a:extLst>
              <a:ext uri="{FF2B5EF4-FFF2-40B4-BE49-F238E27FC236}">
                <a16:creationId xmlns:a16="http://schemas.microsoft.com/office/drawing/2014/main" id="{39205CE7-3E09-44EE-B4A8-680844C792A0}"/>
              </a:ext>
            </a:extLst>
          </p:cNvPr>
          <p:cNvSpPr>
            <a:spLocks noGrp="1"/>
          </p:cNvSpPr>
          <p:nvPr/>
        </p:nvSpPr>
        <p:spPr>
          <a:xfrm>
            <a:off x="112776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0" name="journey-label-3">
            <a:extLst>
              <a:ext uri="{FF2B5EF4-FFF2-40B4-BE49-F238E27FC236}">
                <a16:creationId xmlns:a16="http://schemas.microsoft.com/office/drawing/2014/main" id="{B68E4F1C-5FE1-4BCD-97C7-B943B829715D}"/>
              </a:ext>
            </a:extLst>
          </p:cNvPr>
          <p:cNvSpPr>
            <a:spLocks noGrp="1"/>
          </p:cNvSpPr>
          <p:nvPr/>
        </p:nvSpPr>
        <p:spPr>
          <a:xfrm>
            <a:off x="99060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선제</a:t>
            </a:r>
            <a:r>
              <a:rPr sz="2000" b="0" dirty="0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2000" b="0" dirty="0" err="1">
                <a:solidFill>
                  <a:srgbClr val="667085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대응</a:t>
            </a:r>
            <a:endParaRPr sz="2000" b="0" dirty="0">
              <a:solidFill>
                <a:srgbClr val="667085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21" name="journey-node-4">
            <a:extLst>
              <a:ext uri="{FF2B5EF4-FFF2-40B4-BE49-F238E27FC236}">
                <a16:creationId xmlns:a16="http://schemas.microsoft.com/office/drawing/2014/main" id="{BF2BD68C-65ED-4D77-A775-4A507DDB5D27}"/>
              </a:ext>
            </a:extLst>
          </p:cNvPr>
          <p:cNvSpPr>
            <a:spLocks noGrp="1"/>
          </p:cNvSpPr>
          <p:nvPr/>
        </p:nvSpPr>
        <p:spPr>
          <a:xfrm>
            <a:off x="15582900" y="7296150"/>
            <a:ext cx="114300" cy="114300"/>
          </a:xfrm>
          <a:prstGeom prst="ellipse">
            <a:avLst/>
          </a:prstGeom>
          <a:solidFill>
            <a:srgbClr val="DCE1E9"/>
          </a:solidFill>
          <a:ln w="6350">
            <a:solidFill>
              <a:srgbClr val="DCE1E9"/>
            </a:solidFill>
            <a:prstDash val="solid"/>
          </a:ln>
        </p:spPr>
      </p:sp>
      <p:sp>
        <p:nvSpPr>
          <p:cNvPr id="23" name="journey-label-4">
            <a:extLst>
              <a:ext uri="{FF2B5EF4-FFF2-40B4-BE49-F238E27FC236}">
                <a16:creationId xmlns:a16="http://schemas.microsoft.com/office/drawing/2014/main" id="{74D9F6EB-47D6-4F3E-B8AF-18B94AB2071C}"/>
              </a:ext>
            </a:extLst>
          </p:cNvPr>
          <p:cNvSpPr>
            <a:spLocks noGrp="1"/>
          </p:cNvSpPr>
          <p:nvPr/>
        </p:nvSpPr>
        <p:spPr>
          <a:xfrm>
            <a:off x="14211300" y="7943850"/>
            <a:ext cx="285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" b="1">
                <a:solidFill>
                  <a:srgbClr val="3565D8"/>
                </a:solidFill>
                <a:latin typeface="Noto Sans KR"/>
                <a:ea typeface="Noto Sans KR"/>
                <a:cs typeface="Noto Sans KR"/>
              </a:defRPr>
            </a:pP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위험</a:t>
            </a:r>
            <a:r>
              <a:rPr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 </a:t>
            </a:r>
            <a:r>
              <a:rPr sz="4000" b="1" dirty="0" err="1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/>
              </a:rPr>
              <a:t>최소화</a:t>
            </a:r>
            <a:endParaRPr sz="4000" b="1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  <a:cs typeface="Noto Sans KR"/>
            </a:endParaRPr>
          </a:p>
        </p:txBody>
      </p:sp>
      <p:sp>
        <p:nvSpPr>
          <p:cNvPr id="11" name="!!active-green-ball">
            <a:extLst>
              <a:ext uri="{FF2B5EF4-FFF2-40B4-BE49-F238E27FC236}">
                <a16:creationId xmlns:a16="http://schemas.microsoft.com/office/drawing/2014/main" id="{E8B83F08-E3CA-4751-B7D3-D95DC49DFE1C}"/>
              </a:ext>
            </a:extLst>
          </p:cNvPr>
          <p:cNvSpPr>
            <a:spLocks noGrp="1"/>
          </p:cNvSpPr>
          <p:nvPr/>
        </p:nvSpPr>
        <p:spPr>
          <a:xfrm>
            <a:off x="15401925" y="7115175"/>
            <a:ext cx="476250" cy="476250"/>
          </a:xfrm>
          <a:prstGeom prst="ellipse">
            <a:avLst/>
          </a:prstGeom>
          <a:solidFill>
            <a:srgbClr val="3565D8"/>
          </a:solidFill>
          <a:ln w="19050">
            <a:solidFill>
              <a:srgbClr val="5B8DE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ko-KR" sz="1800" b="1" dirty="0">
                <a:solidFill>
                  <a:srgbClr val="FFFFFF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Arial"/>
              </a:rPr>
              <a:t>4</a:t>
            </a:r>
            <a:endParaRPr lang="ko-KR" sz="1800" dirty="0"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026D763-3BEF-4A28-9CD5-EB3CAF00349A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expected-effect-icon-closure" descr="폐업 위험 최소화 점포 방패 아이콘">
            <a:extLst>
              <a:ext uri="{FF2B5EF4-FFF2-40B4-BE49-F238E27FC236}">
                <a16:creationId xmlns:a16="http://schemas.microsoft.com/office/drawing/2014/main" id="{C177F4AD-1466-4313-A355-2BF73A21B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4306550" y="2857500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59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914400" y="1691640"/>
            <a:ext cx="1645920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p/>
        </p:txBody>
      </p:sp>
      <p:sp>
        <p:nvSpPr>
          <p:cNvPr id="21" name="_y98">
            <a:extLst>
              <a:ext uri="{FF2B5EF4-FFF2-40B4-BE49-F238E27FC236}">
                <a16:creationId xmlns:a16="http://schemas.microsoft.com/office/drawing/2014/main" id="{05662DFF-CC41-4722-8207-2DFC7D887CE5}"/>
              </a:ext>
            </a:extLst>
          </p:cNvPr>
          <p:cNvSpPr txBox="1"/>
          <p:nvPr/>
        </p:nvSpPr>
        <p:spPr>
          <a:xfrm>
            <a:off x="914400" y="739974"/>
            <a:ext cx="2002151" cy="61555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ko-KR" altLang="en-US" sz="4000" b="1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</a:rPr>
              <a:t>역할 분담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E24F540-8C5B-47AB-9CAC-32DCB3279C57}"/>
              </a:ext>
            </a:extLst>
          </p:cNvPr>
          <p:cNvCxnSpPr/>
          <p:nvPr/>
        </p:nvCxnSpPr>
        <p:spPr>
          <a:xfrm>
            <a:off x="914400" y="1689100"/>
            <a:ext cx="16459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!!person_0"/>
          <p:cNvGrpSpPr/>
          <p:nvPr/>
        </p:nvGrpSpPr>
        <p:grpSpPr>
          <a:xfrm>
            <a:off x="914400" y="2150000"/>
            <a:ext cx="5181600" cy="3500000"/>
            <a:chOff x="914400" y="2150000"/>
            <a:chExt cx="5181600" cy="3500000"/>
          </a:xfrm>
        </p:grpSpPr>
        <p:sp>
          <p:nvSpPr>
            <p:cNvPr id="24" name="문성준 앞면"/>
            <p:cNvSpPr/>
            <p:nvPr/>
          </p:nvSpPr>
          <p:spPr>
            <a:xfrm>
              <a:off x="914400" y="3150000"/>
              <a:ext cx="5181600" cy="2500000"/>
            </a:xfrm>
            <a:prstGeom prst="rect">
              <a:avLst/>
            </a:prstGeom>
            <a:solidFill>
              <a:srgbClr val="E3ECFD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문성준 차양 0"/>
            <p:cNvSpPr/>
            <p:nvPr/>
          </p:nvSpPr>
          <p:spPr>
            <a:xfrm>
              <a:off x="914400" y="2770000"/>
              <a:ext cx="647700" cy="380000"/>
            </a:xfrm>
            <a:prstGeom prst="rect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문성준 차양 1"/>
            <p:cNvSpPr/>
            <p:nvPr/>
          </p:nvSpPr>
          <p:spPr>
            <a:xfrm>
              <a:off x="15621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문성준 차양 2"/>
            <p:cNvSpPr/>
            <p:nvPr/>
          </p:nvSpPr>
          <p:spPr>
            <a:xfrm>
              <a:off x="2209800" y="2770000"/>
              <a:ext cx="647700" cy="380000"/>
            </a:xfrm>
            <a:prstGeom prst="rect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문성준 차양 3"/>
            <p:cNvSpPr/>
            <p:nvPr/>
          </p:nvSpPr>
          <p:spPr>
            <a:xfrm>
              <a:off x="28575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문성준 차양 4"/>
            <p:cNvSpPr/>
            <p:nvPr/>
          </p:nvSpPr>
          <p:spPr>
            <a:xfrm>
              <a:off x="3505200" y="2770000"/>
              <a:ext cx="647700" cy="380000"/>
            </a:xfrm>
            <a:prstGeom prst="rect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문성준 차양 5"/>
            <p:cNvSpPr/>
            <p:nvPr/>
          </p:nvSpPr>
          <p:spPr>
            <a:xfrm>
              <a:off x="41529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문성준 차양 6"/>
            <p:cNvSpPr/>
            <p:nvPr/>
          </p:nvSpPr>
          <p:spPr>
            <a:xfrm>
              <a:off x="4800600" y="2770000"/>
              <a:ext cx="647700" cy="380000"/>
            </a:xfrm>
            <a:prstGeom prst="rect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문성준 차양 7"/>
            <p:cNvSpPr/>
            <p:nvPr/>
          </p:nvSpPr>
          <p:spPr>
            <a:xfrm>
              <a:off x="54483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문성준 차양끝 0"/>
            <p:cNvSpPr/>
            <p:nvPr/>
          </p:nvSpPr>
          <p:spPr>
            <a:xfrm>
              <a:off x="914400" y="2826150"/>
              <a:ext cx="647700" cy="647700"/>
            </a:xfrm>
            <a:prstGeom prst="ellipse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문성준 차양끝 1"/>
            <p:cNvSpPr/>
            <p:nvPr/>
          </p:nvSpPr>
          <p:spPr>
            <a:xfrm>
              <a:off x="15621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문성준 차양끝 2"/>
            <p:cNvSpPr/>
            <p:nvPr/>
          </p:nvSpPr>
          <p:spPr>
            <a:xfrm>
              <a:off x="2209800" y="2826150"/>
              <a:ext cx="647700" cy="647700"/>
            </a:xfrm>
            <a:prstGeom prst="ellipse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문성준 차양끝 3"/>
            <p:cNvSpPr/>
            <p:nvPr/>
          </p:nvSpPr>
          <p:spPr>
            <a:xfrm>
              <a:off x="28575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문성준 차양끝 4"/>
            <p:cNvSpPr/>
            <p:nvPr/>
          </p:nvSpPr>
          <p:spPr>
            <a:xfrm>
              <a:off x="3505200" y="2826150"/>
              <a:ext cx="647700" cy="647700"/>
            </a:xfrm>
            <a:prstGeom prst="ellipse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문성준 차양끝 5"/>
            <p:cNvSpPr/>
            <p:nvPr/>
          </p:nvSpPr>
          <p:spPr>
            <a:xfrm>
              <a:off x="41529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문성준 차양끝 6"/>
            <p:cNvSpPr/>
            <p:nvPr/>
          </p:nvSpPr>
          <p:spPr>
            <a:xfrm>
              <a:off x="4800600" y="2826150"/>
              <a:ext cx="647700" cy="647700"/>
            </a:xfrm>
            <a:prstGeom prst="ellipse">
              <a:avLst/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문성준 차양끝 7"/>
            <p:cNvSpPr/>
            <p:nvPr/>
          </p:nvSpPr>
          <p:spPr>
            <a:xfrm>
              <a:off x="54483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문성준 간판"/>
            <p:cNvSpPr/>
            <p:nvPr/>
          </p:nvSpPr>
          <p:spPr>
            <a:xfrm>
              <a:off x="1295400" y="21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문성준</a:t>
              </a:r>
            </a:p>
          </p:txBody>
        </p:sp>
        <p:sp>
          <p:nvSpPr>
            <p:cNvPr id="42" name="문성준 창"/>
            <p:cNvSpPr/>
            <p:nvPr/>
          </p:nvSpPr>
          <p:spPr>
            <a:xfrm>
              <a:off x="1314400" y="37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문성준 FE"/>
            <p:cNvSpPr/>
            <p:nvPr/>
          </p:nvSpPr>
          <p:spPr>
            <a:xfrm>
              <a:off x="1562100" y="3902100"/>
              <a:ext cx="3886200" cy="1249650"/>
            </a:xfrm>
            <a:prstGeom prst="roundRect">
              <a:avLst>
                <a:gd name="adj" fmla="val 22000"/>
              </a:avLst>
            </a:prstGeom>
            <a:solidFill>
              <a:srgbClr val="5B8DE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800" b="1" dirty="0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FE</a:t>
              </a:r>
            </a:p>
          </p:txBody>
        </p:sp>
      </p:grpSp>
      <p:grpSp>
        <p:nvGrpSpPr>
          <p:cNvPr id="68" name="!!person_1"/>
          <p:cNvGrpSpPr/>
          <p:nvPr/>
        </p:nvGrpSpPr>
        <p:grpSpPr>
          <a:xfrm>
            <a:off x="6553200" y="2150000"/>
            <a:ext cx="5181600" cy="3500000"/>
            <a:chOff x="6553200" y="2150000"/>
            <a:chExt cx="5181600" cy="3500000"/>
          </a:xfrm>
        </p:grpSpPr>
        <p:sp>
          <p:nvSpPr>
            <p:cNvPr id="46" name="김재원 앞면"/>
            <p:cNvSpPr/>
            <p:nvPr/>
          </p:nvSpPr>
          <p:spPr>
            <a:xfrm>
              <a:off x="6553200" y="3150000"/>
              <a:ext cx="5181600" cy="2500000"/>
            </a:xfrm>
            <a:prstGeom prst="rect">
              <a:avLst/>
            </a:prstGeom>
            <a:solidFill>
              <a:srgbClr val="E3ECFD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김재원 차양 0"/>
            <p:cNvSpPr/>
            <p:nvPr/>
          </p:nvSpPr>
          <p:spPr>
            <a:xfrm>
              <a:off x="65532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김재원 차양 1"/>
            <p:cNvSpPr/>
            <p:nvPr/>
          </p:nvSpPr>
          <p:spPr>
            <a:xfrm>
              <a:off x="72009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김재원 차양 2"/>
            <p:cNvSpPr/>
            <p:nvPr/>
          </p:nvSpPr>
          <p:spPr>
            <a:xfrm>
              <a:off x="7848600" y="2770000"/>
              <a:ext cx="647700" cy="380000"/>
            </a:xfrm>
            <a:prstGeom prst="rect">
              <a:avLst/>
            </a:prstGeom>
            <a:solidFill>
              <a:srgbClr val="A070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김재원 차양 3"/>
            <p:cNvSpPr/>
            <p:nvPr/>
          </p:nvSpPr>
          <p:spPr>
            <a:xfrm>
              <a:off x="84963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김재원 차양 4"/>
            <p:cNvSpPr/>
            <p:nvPr/>
          </p:nvSpPr>
          <p:spPr>
            <a:xfrm>
              <a:off x="91440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김재원 차양 5"/>
            <p:cNvSpPr/>
            <p:nvPr/>
          </p:nvSpPr>
          <p:spPr>
            <a:xfrm>
              <a:off x="97917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김재원 차양 6"/>
            <p:cNvSpPr/>
            <p:nvPr/>
          </p:nvSpPr>
          <p:spPr>
            <a:xfrm>
              <a:off x="10439400" y="2770000"/>
              <a:ext cx="647700" cy="380000"/>
            </a:xfrm>
            <a:prstGeom prst="rect">
              <a:avLst/>
            </a:prstGeom>
            <a:solidFill>
              <a:srgbClr val="A070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김재원 차양 7"/>
            <p:cNvSpPr/>
            <p:nvPr/>
          </p:nvSpPr>
          <p:spPr>
            <a:xfrm>
              <a:off x="110871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김재원 차양끝 0"/>
            <p:cNvSpPr/>
            <p:nvPr/>
          </p:nvSpPr>
          <p:spPr>
            <a:xfrm>
              <a:off x="65532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김재원 차양끝 1"/>
            <p:cNvSpPr/>
            <p:nvPr/>
          </p:nvSpPr>
          <p:spPr>
            <a:xfrm>
              <a:off x="72009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김재원 차양끝 2"/>
            <p:cNvSpPr/>
            <p:nvPr/>
          </p:nvSpPr>
          <p:spPr>
            <a:xfrm>
              <a:off x="7848600" y="2826150"/>
              <a:ext cx="647700" cy="647700"/>
            </a:xfrm>
            <a:prstGeom prst="ellipse">
              <a:avLst/>
            </a:prstGeom>
            <a:solidFill>
              <a:srgbClr val="A070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김재원 차양끝 3"/>
            <p:cNvSpPr/>
            <p:nvPr/>
          </p:nvSpPr>
          <p:spPr>
            <a:xfrm>
              <a:off x="84963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김재원 차양끝 4"/>
            <p:cNvSpPr/>
            <p:nvPr/>
          </p:nvSpPr>
          <p:spPr>
            <a:xfrm>
              <a:off x="91440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김재원 차양끝 5"/>
            <p:cNvSpPr/>
            <p:nvPr/>
          </p:nvSpPr>
          <p:spPr>
            <a:xfrm>
              <a:off x="97917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김재원 차양끝 6"/>
            <p:cNvSpPr/>
            <p:nvPr/>
          </p:nvSpPr>
          <p:spPr>
            <a:xfrm>
              <a:off x="10439400" y="2826150"/>
              <a:ext cx="647700" cy="647700"/>
            </a:xfrm>
            <a:prstGeom prst="ellipse">
              <a:avLst/>
            </a:prstGeom>
            <a:solidFill>
              <a:srgbClr val="A070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김재원 차양끝 7"/>
            <p:cNvSpPr/>
            <p:nvPr/>
          </p:nvSpPr>
          <p:spPr>
            <a:xfrm>
              <a:off x="110871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김재원 간판"/>
            <p:cNvSpPr/>
            <p:nvPr/>
          </p:nvSpPr>
          <p:spPr>
            <a:xfrm>
              <a:off x="6934200" y="21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김재원</a:t>
              </a:r>
            </a:p>
          </p:txBody>
        </p:sp>
        <p:sp>
          <p:nvSpPr>
            <p:cNvPr id="64" name="김재원 창"/>
            <p:cNvSpPr/>
            <p:nvPr/>
          </p:nvSpPr>
          <p:spPr>
            <a:xfrm>
              <a:off x="6953200" y="37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김재원 BE"/>
            <p:cNvSpPr/>
            <p:nvPr/>
          </p:nvSpPr>
          <p:spPr>
            <a:xfrm>
              <a:off x="7200900" y="3902100"/>
              <a:ext cx="1688100" cy="1249650"/>
            </a:xfrm>
            <a:prstGeom prst="roundRect">
              <a:avLst>
                <a:gd name="adj" fmla="val 22000"/>
              </a:avLst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400" b="1" dirty="0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BE</a:t>
              </a:r>
            </a:p>
          </p:txBody>
        </p:sp>
        <p:sp>
          <p:nvSpPr>
            <p:cNvPr id="66" name="김재원 Infra"/>
            <p:cNvSpPr/>
            <p:nvPr/>
          </p:nvSpPr>
          <p:spPr>
            <a:xfrm>
              <a:off x="9399000" y="3902100"/>
              <a:ext cx="1688100" cy="1249650"/>
            </a:xfrm>
            <a:prstGeom prst="roundRect">
              <a:avLst>
                <a:gd name="adj" fmla="val 22000"/>
              </a:avLst>
            </a:prstGeom>
            <a:solidFill>
              <a:srgbClr val="A0704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400" b="1" dirty="0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Infra</a:t>
              </a:r>
            </a:p>
          </p:txBody>
        </p:sp>
      </p:grpSp>
      <p:grpSp>
        <p:nvGrpSpPr>
          <p:cNvPr id="90" name="!!person_2"/>
          <p:cNvGrpSpPr/>
          <p:nvPr/>
        </p:nvGrpSpPr>
        <p:grpSpPr>
          <a:xfrm>
            <a:off x="12192000" y="2150000"/>
            <a:ext cx="5181600" cy="3500000"/>
            <a:chOff x="12192000" y="2150000"/>
            <a:chExt cx="5181600" cy="3500000"/>
          </a:xfrm>
        </p:grpSpPr>
        <p:sp>
          <p:nvSpPr>
            <p:cNvPr id="69" name="박민혁 앞면"/>
            <p:cNvSpPr/>
            <p:nvPr/>
          </p:nvSpPr>
          <p:spPr>
            <a:xfrm>
              <a:off x="12192000" y="3150000"/>
              <a:ext cx="5181600" cy="2500000"/>
            </a:xfrm>
            <a:prstGeom prst="rect">
              <a:avLst/>
            </a:prstGeom>
            <a:solidFill>
              <a:srgbClr val="E3ECFD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박민혁 차양 0"/>
            <p:cNvSpPr/>
            <p:nvPr/>
          </p:nvSpPr>
          <p:spPr>
            <a:xfrm>
              <a:off x="121920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박민혁 차양 1"/>
            <p:cNvSpPr/>
            <p:nvPr/>
          </p:nvSpPr>
          <p:spPr>
            <a:xfrm>
              <a:off x="128397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박민혁 차양 2"/>
            <p:cNvSpPr/>
            <p:nvPr/>
          </p:nvSpPr>
          <p:spPr>
            <a:xfrm>
              <a:off x="134874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박민혁 차양 3"/>
            <p:cNvSpPr/>
            <p:nvPr/>
          </p:nvSpPr>
          <p:spPr>
            <a:xfrm>
              <a:off x="141351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박민혁 차양 4"/>
            <p:cNvSpPr/>
            <p:nvPr/>
          </p:nvSpPr>
          <p:spPr>
            <a:xfrm>
              <a:off x="147828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박민혁 차양 5"/>
            <p:cNvSpPr/>
            <p:nvPr/>
          </p:nvSpPr>
          <p:spPr>
            <a:xfrm>
              <a:off x="154305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박민혁 차양 6"/>
            <p:cNvSpPr/>
            <p:nvPr/>
          </p:nvSpPr>
          <p:spPr>
            <a:xfrm>
              <a:off x="16078200" y="2770000"/>
              <a:ext cx="647700" cy="380000"/>
            </a:xfrm>
            <a:prstGeom prst="rect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박민혁 차양 7"/>
            <p:cNvSpPr/>
            <p:nvPr/>
          </p:nvSpPr>
          <p:spPr>
            <a:xfrm>
              <a:off x="16725900" y="27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박민혁 차양끝 0"/>
            <p:cNvSpPr/>
            <p:nvPr/>
          </p:nvSpPr>
          <p:spPr>
            <a:xfrm>
              <a:off x="121920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박민혁 차양끝 1"/>
            <p:cNvSpPr/>
            <p:nvPr/>
          </p:nvSpPr>
          <p:spPr>
            <a:xfrm>
              <a:off x="128397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박민혁 차양끝 2"/>
            <p:cNvSpPr/>
            <p:nvPr/>
          </p:nvSpPr>
          <p:spPr>
            <a:xfrm>
              <a:off x="134874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박민혁 차양끝 3"/>
            <p:cNvSpPr/>
            <p:nvPr/>
          </p:nvSpPr>
          <p:spPr>
            <a:xfrm>
              <a:off x="141351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박민혁 차양끝 4"/>
            <p:cNvSpPr/>
            <p:nvPr/>
          </p:nvSpPr>
          <p:spPr>
            <a:xfrm>
              <a:off x="147828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박민혁 차양끝 5"/>
            <p:cNvSpPr/>
            <p:nvPr/>
          </p:nvSpPr>
          <p:spPr>
            <a:xfrm>
              <a:off x="154305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박민혁 차양끝 6"/>
            <p:cNvSpPr/>
            <p:nvPr/>
          </p:nvSpPr>
          <p:spPr>
            <a:xfrm>
              <a:off x="16078200" y="2826150"/>
              <a:ext cx="647700" cy="647700"/>
            </a:xfrm>
            <a:prstGeom prst="ellipse">
              <a:avLst/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박민혁 차양끝 7"/>
            <p:cNvSpPr/>
            <p:nvPr/>
          </p:nvSpPr>
          <p:spPr>
            <a:xfrm>
              <a:off x="16725900" y="28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박민혁 간판"/>
            <p:cNvSpPr/>
            <p:nvPr/>
          </p:nvSpPr>
          <p:spPr>
            <a:xfrm>
              <a:off x="12573000" y="21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박민혁</a:t>
              </a:r>
            </a:p>
          </p:txBody>
        </p:sp>
        <p:sp>
          <p:nvSpPr>
            <p:cNvPr id="87" name="박민혁 창"/>
            <p:cNvSpPr/>
            <p:nvPr/>
          </p:nvSpPr>
          <p:spPr>
            <a:xfrm>
              <a:off x="12592000" y="37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7" name="박민혁 BE">
              <a:extLst>
                <a:ext uri="{FF2B5EF4-FFF2-40B4-BE49-F238E27FC236}">
                  <a16:creationId xmlns:a16="http://schemas.microsoft.com/office/drawing/2014/main" id="{5D97E016-846F-4BA3-ADF2-6B0CAF64EE65}"/>
                </a:ext>
              </a:extLst>
            </p:cNvPr>
            <p:cNvSpPr/>
            <p:nvPr/>
          </p:nvSpPr>
          <p:spPr>
            <a:xfrm>
              <a:off x="12839700" y="3902100"/>
              <a:ext cx="3886200" cy="1249650"/>
            </a:xfrm>
            <a:prstGeom prst="roundRect">
              <a:avLst>
                <a:gd name="adj" fmla="val 22000"/>
              </a:avLst>
            </a:prstGeom>
            <a:solidFill>
              <a:srgbClr val="3565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800" b="1" dirty="0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BE</a:t>
              </a:r>
            </a:p>
          </p:txBody>
        </p:sp>
      </p:grpSp>
      <p:grpSp>
        <p:nvGrpSpPr>
          <p:cNvPr id="112" name="!!person_3"/>
          <p:cNvGrpSpPr/>
          <p:nvPr/>
        </p:nvGrpSpPr>
        <p:grpSpPr>
          <a:xfrm>
            <a:off x="914400" y="6050000"/>
            <a:ext cx="5181600" cy="3500000"/>
            <a:chOff x="914400" y="6050000"/>
            <a:chExt cx="5181600" cy="3500000"/>
          </a:xfrm>
        </p:grpSpPr>
        <p:sp>
          <p:nvSpPr>
            <p:cNvPr id="91" name="이한호 앞면"/>
            <p:cNvSpPr/>
            <p:nvPr/>
          </p:nvSpPr>
          <p:spPr>
            <a:xfrm>
              <a:off x="914400" y="7050000"/>
              <a:ext cx="5181600" cy="2500000"/>
            </a:xfrm>
            <a:prstGeom prst="rect">
              <a:avLst/>
            </a:prstGeom>
            <a:solidFill>
              <a:srgbClr val="FCF1D6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이한호 차양 0"/>
            <p:cNvSpPr/>
            <p:nvPr/>
          </p:nvSpPr>
          <p:spPr>
            <a:xfrm>
              <a:off x="9144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이한호 차양 1"/>
            <p:cNvSpPr/>
            <p:nvPr/>
          </p:nvSpPr>
          <p:spPr>
            <a:xfrm>
              <a:off x="15621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이한호 차양 2"/>
            <p:cNvSpPr/>
            <p:nvPr/>
          </p:nvSpPr>
          <p:spPr>
            <a:xfrm>
              <a:off x="22098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이한호 차양 3"/>
            <p:cNvSpPr/>
            <p:nvPr/>
          </p:nvSpPr>
          <p:spPr>
            <a:xfrm>
              <a:off x="28575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이한호 차양 4"/>
            <p:cNvSpPr/>
            <p:nvPr/>
          </p:nvSpPr>
          <p:spPr>
            <a:xfrm>
              <a:off x="35052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이한호 차양 5"/>
            <p:cNvSpPr/>
            <p:nvPr/>
          </p:nvSpPr>
          <p:spPr>
            <a:xfrm>
              <a:off x="41529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이한호 차양 6"/>
            <p:cNvSpPr/>
            <p:nvPr/>
          </p:nvSpPr>
          <p:spPr>
            <a:xfrm>
              <a:off x="48006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이한호 차양 7"/>
            <p:cNvSpPr/>
            <p:nvPr/>
          </p:nvSpPr>
          <p:spPr>
            <a:xfrm>
              <a:off x="54483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이한호 차양끝 0"/>
            <p:cNvSpPr/>
            <p:nvPr/>
          </p:nvSpPr>
          <p:spPr>
            <a:xfrm>
              <a:off x="9144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이한호 차양끝 1"/>
            <p:cNvSpPr/>
            <p:nvPr/>
          </p:nvSpPr>
          <p:spPr>
            <a:xfrm>
              <a:off x="15621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이한호 차양끝 2"/>
            <p:cNvSpPr/>
            <p:nvPr/>
          </p:nvSpPr>
          <p:spPr>
            <a:xfrm>
              <a:off x="22098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이한호 차양끝 3"/>
            <p:cNvSpPr/>
            <p:nvPr/>
          </p:nvSpPr>
          <p:spPr>
            <a:xfrm>
              <a:off x="28575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이한호 차양끝 4"/>
            <p:cNvSpPr/>
            <p:nvPr/>
          </p:nvSpPr>
          <p:spPr>
            <a:xfrm>
              <a:off x="35052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이한호 차양끝 5"/>
            <p:cNvSpPr/>
            <p:nvPr/>
          </p:nvSpPr>
          <p:spPr>
            <a:xfrm>
              <a:off x="41529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이한호 차양끝 6"/>
            <p:cNvSpPr/>
            <p:nvPr/>
          </p:nvSpPr>
          <p:spPr>
            <a:xfrm>
              <a:off x="48006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이한호 차양끝 7"/>
            <p:cNvSpPr/>
            <p:nvPr/>
          </p:nvSpPr>
          <p:spPr>
            <a:xfrm>
              <a:off x="54483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이한호 간판"/>
            <p:cNvSpPr/>
            <p:nvPr/>
          </p:nvSpPr>
          <p:spPr>
            <a:xfrm>
              <a:off x="1295400" y="60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이한호</a:t>
              </a:r>
            </a:p>
          </p:txBody>
        </p:sp>
        <p:sp>
          <p:nvSpPr>
            <p:cNvPr id="109" name="이한호 창"/>
            <p:cNvSpPr/>
            <p:nvPr/>
          </p:nvSpPr>
          <p:spPr>
            <a:xfrm>
              <a:off x="1314400" y="76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0" name="이한호 AI"/>
            <p:cNvSpPr/>
            <p:nvPr/>
          </p:nvSpPr>
          <p:spPr>
            <a:xfrm>
              <a:off x="1562100" y="7802100"/>
              <a:ext cx="3886200" cy="1249650"/>
            </a:xfrm>
            <a:prstGeom prst="roundRect">
              <a:avLst>
                <a:gd name="adj" fmla="val 22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800" b="1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AI</a:t>
              </a:r>
            </a:p>
          </p:txBody>
        </p:sp>
      </p:grpSp>
      <p:grpSp>
        <p:nvGrpSpPr>
          <p:cNvPr id="134" name="!!person_4"/>
          <p:cNvGrpSpPr/>
          <p:nvPr/>
        </p:nvGrpSpPr>
        <p:grpSpPr>
          <a:xfrm>
            <a:off x="6553200" y="6050000"/>
            <a:ext cx="5181600" cy="3500000"/>
            <a:chOff x="6553200" y="6050000"/>
            <a:chExt cx="5181600" cy="3500000"/>
          </a:xfrm>
        </p:grpSpPr>
        <p:sp>
          <p:nvSpPr>
            <p:cNvPr id="113" name="장원근 앞면"/>
            <p:cNvSpPr/>
            <p:nvPr/>
          </p:nvSpPr>
          <p:spPr>
            <a:xfrm>
              <a:off x="6553200" y="7050000"/>
              <a:ext cx="5181600" cy="2500000"/>
            </a:xfrm>
            <a:prstGeom prst="rect">
              <a:avLst/>
            </a:prstGeom>
            <a:solidFill>
              <a:srgbClr val="FCF1D6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4" name="장원근 차양 0"/>
            <p:cNvSpPr/>
            <p:nvPr/>
          </p:nvSpPr>
          <p:spPr>
            <a:xfrm>
              <a:off x="65532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장원근 차양 1"/>
            <p:cNvSpPr/>
            <p:nvPr/>
          </p:nvSpPr>
          <p:spPr>
            <a:xfrm>
              <a:off x="72009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장원근 차양 2"/>
            <p:cNvSpPr/>
            <p:nvPr/>
          </p:nvSpPr>
          <p:spPr>
            <a:xfrm>
              <a:off x="78486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장원근 차양 3"/>
            <p:cNvSpPr/>
            <p:nvPr/>
          </p:nvSpPr>
          <p:spPr>
            <a:xfrm>
              <a:off x="84963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장원근 차양 4"/>
            <p:cNvSpPr/>
            <p:nvPr/>
          </p:nvSpPr>
          <p:spPr>
            <a:xfrm>
              <a:off x="91440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장원근 차양 5"/>
            <p:cNvSpPr/>
            <p:nvPr/>
          </p:nvSpPr>
          <p:spPr>
            <a:xfrm>
              <a:off x="97917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장원근 차양 6"/>
            <p:cNvSpPr/>
            <p:nvPr/>
          </p:nvSpPr>
          <p:spPr>
            <a:xfrm>
              <a:off x="104394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장원근 차양 7"/>
            <p:cNvSpPr/>
            <p:nvPr/>
          </p:nvSpPr>
          <p:spPr>
            <a:xfrm>
              <a:off x="110871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장원근 차양끝 0"/>
            <p:cNvSpPr/>
            <p:nvPr/>
          </p:nvSpPr>
          <p:spPr>
            <a:xfrm>
              <a:off x="65532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장원근 차양끝 1"/>
            <p:cNvSpPr/>
            <p:nvPr/>
          </p:nvSpPr>
          <p:spPr>
            <a:xfrm>
              <a:off x="72009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장원근 차양끝 2"/>
            <p:cNvSpPr/>
            <p:nvPr/>
          </p:nvSpPr>
          <p:spPr>
            <a:xfrm>
              <a:off x="78486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장원근 차양끝 3"/>
            <p:cNvSpPr/>
            <p:nvPr/>
          </p:nvSpPr>
          <p:spPr>
            <a:xfrm>
              <a:off x="84963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장원근 차양끝 4"/>
            <p:cNvSpPr/>
            <p:nvPr/>
          </p:nvSpPr>
          <p:spPr>
            <a:xfrm>
              <a:off x="91440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장원근 차양끝 5"/>
            <p:cNvSpPr/>
            <p:nvPr/>
          </p:nvSpPr>
          <p:spPr>
            <a:xfrm>
              <a:off x="97917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장원근 차양끝 6"/>
            <p:cNvSpPr/>
            <p:nvPr/>
          </p:nvSpPr>
          <p:spPr>
            <a:xfrm>
              <a:off x="104394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장원근 차양끝 7"/>
            <p:cNvSpPr/>
            <p:nvPr/>
          </p:nvSpPr>
          <p:spPr>
            <a:xfrm>
              <a:off x="110871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장원근 간판"/>
            <p:cNvSpPr/>
            <p:nvPr/>
          </p:nvSpPr>
          <p:spPr>
            <a:xfrm>
              <a:off x="6934200" y="60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장원근</a:t>
              </a:r>
            </a:p>
          </p:txBody>
        </p:sp>
        <p:sp>
          <p:nvSpPr>
            <p:cNvPr id="131" name="장원근 창"/>
            <p:cNvSpPr/>
            <p:nvPr/>
          </p:nvSpPr>
          <p:spPr>
            <a:xfrm>
              <a:off x="6953200" y="76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2" name="장원근 AI"/>
            <p:cNvSpPr/>
            <p:nvPr/>
          </p:nvSpPr>
          <p:spPr>
            <a:xfrm>
              <a:off x="7200900" y="7802100"/>
              <a:ext cx="3886200" cy="1249650"/>
            </a:xfrm>
            <a:prstGeom prst="roundRect">
              <a:avLst>
                <a:gd name="adj" fmla="val 22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800" b="1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AI</a:t>
              </a:r>
            </a:p>
          </p:txBody>
        </p:sp>
      </p:grpSp>
      <p:grpSp>
        <p:nvGrpSpPr>
          <p:cNvPr id="156" name="!!person_5"/>
          <p:cNvGrpSpPr/>
          <p:nvPr/>
        </p:nvGrpSpPr>
        <p:grpSpPr>
          <a:xfrm>
            <a:off x="12192000" y="6050000"/>
            <a:ext cx="5181600" cy="3500000"/>
            <a:chOff x="12192000" y="6050000"/>
            <a:chExt cx="5181600" cy="3500000"/>
          </a:xfrm>
        </p:grpSpPr>
        <p:sp>
          <p:nvSpPr>
            <p:cNvPr id="135" name="조성민 앞면"/>
            <p:cNvSpPr/>
            <p:nvPr/>
          </p:nvSpPr>
          <p:spPr>
            <a:xfrm>
              <a:off x="12192000" y="7050000"/>
              <a:ext cx="5181600" cy="2500000"/>
            </a:xfrm>
            <a:prstGeom prst="rect">
              <a:avLst/>
            </a:prstGeom>
            <a:solidFill>
              <a:srgbClr val="FCF1D6"/>
            </a:solidFill>
            <a:ln w="12700">
              <a:solidFill>
                <a:srgbClr val="DCE1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6" name="조성민 차양 0"/>
            <p:cNvSpPr/>
            <p:nvPr/>
          </p:nvSpPr>
          <p:spPr>
            <a:xfrm>
              <a:off x="121920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7" name="조성민 차양 1"/>
            <p:cNvSpPr/>
            <p:nvPr/>
          </p:nvSpPr>
          <p:spPr>
            <a:xfrm>
              <a:off x="128397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조성민 차양 2"/>
            <p:cNvSpPr/>
            <p:nvPr/>
          </p:nvSpPr>
          <p:spPr>
            <a:xfrm>
              <a:off x="134874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조성민 차양 3"/>
            <p:cNvSpPr/>
            <p:nvPr/>
          </p:nvSpPr>
          <p:spPr>
            <a:xfrm>
              <a:off x="141351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조성민 차양 4"/>
            <p:cNvSpPr/>
            <p:nvPr/>
          </p:nvSpPr>
          <p:spPr>
            <a:xfrm>
              <a:off x="147828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조성민 차양 5"/>
            <p:cNvSpPr/>
            <p:nvPr/>
          </p:nvSpPr>
          <p:spPr>
            <a:xfrm>
              <a:off x="154305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조성민 차양 6"/>
            <p:cNvSpPr/>
            <p:nvPr/>
          </p:nvSpPr>
          <p:spPr>
            <a:xfrm>
              <a:off x="16078200" y="6670000"/>
              <a:ext cx="647700" cy="380000"/>
            </a:xfrm>
            <a:prstGeom prst="rect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조성민 차양 7"/>
            <p:cNvSpPr/>
            <p:nvPr/>
          </p:nvSpPr>
          <p:spPr>
            <a:xfrm>
              <a:off x="16725900" y="6670000"/>
              <a:ext cx="647700" cy="380000"/>
            </a:xfrm>
            <a:prstGeom prst="rect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조성민 차양끝 0"/>
            <p:cNvSpPr/>
            <p:nvPr/>
          </p:nvSpPr>
          <p:spPr>
            <a:xfrm>
              <a:off x="121920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조성민 차양끝 1"/>
            <p:cNvSpPr/>
            <p:nvPr/>
          </p:nvSpPr>
          <p:spPr>
            <a:xfrm>
              <a:off x="128397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조성민 차양끝 2"/>
            <p:cNvSpPr/>
            <p:nvPr/>
          </p:nvSpPr>
          <p:spPr>
            <a:xfrm>
              <a:off x="134874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조성민 차양끝 3"/>
            <p:cNvSpPr/>
            <p:nvPr/>
          </p:nvSpPr>
          <p:spPr>
            <a:xfrm>
              <a:off x="141351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조성민 차양끝 4"/>
            <p:cNvSpPr/>
            <p:nvPr/>
          </p:nvSpPr>
          <p:spPr>
            <a:xfrm>
              <a:off x="147828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조성민 차양끝 5"/>
            <p:cNvSpPr/>
            <p:nvPr/>
          </p:nvSpPr>
          <p:spPr>
            <a:xfrm>
              <a:off x="154305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0" name="조성민 차양끝 6"/>
            <p:cNvSpPr/>
            <p:nvPr/>
          </p:nvSpPr>
          <p:spPr>
            <a:xfrm>
              <a:off x="16078200" y="6726150"/>
              <a:ext cx="647700" cy="647700"/>
            </a:xfrm>
            <a:prstGeom prst="ellipse">
              <a:avLst/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조성민 차양끝 7"/>
            <p:cNvSpPr/>
            <p:nvPr/>
          </p:nvSpPr>
          <p:spPr>
            <a:xfrm>
              <a:off x="16725900" y="6726150"/>
              <a:ext cx="647700" cy="647700"/>
            </a:xfrm>
            <a:prstGeom prst="ellipse">
              <a:avLst/>
            </a:prstGeom>
            <a:solidFill>
              <a:srgbClr val="F4F6FA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조성민 간판"/>
            <p:cNvSpPr/>
            <p:nvPr/>
          </p:nvSpPr>
          <p:spPr>
            <a:xfrm>
              <a:off x="12573000" y="6050000"/>
              <a:ext cx="4419600" cy="620000"/>
            </a:xfrm>
            <a:prstGeom prst="roundRect">
              <a:avLst>
                <a:gd name="adj" fmla="val 22000"/>
              </a:avLst>
            </a:prstGeom>
            <a:solidFill>
              <a:srgbClr val="1B223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3400" b="1">
                  <a:solidFill>
                    <a:srgbClr val="FFFFFF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조성민</a:t>
              </a:r>
            </a:p>
          </p:txBody>
        </p:sp>
        <p:sp>
          <p:nvSpPr>
            <p:cNvPr id="153" name="조성민 창"/>
            <p:cNvSpPr/>
            <p:nvPr/>
          </p:nvSpPr>
          <p:spPr>
            <a:xfrm>
              <a:off x="12592000" y="7603850"/>
              <a:ext cx="4381600" cy="164615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38100">
              <a:solidFill>
                <a:srgbClr val="1B22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4" name="조성민 AI"/>
            <p:cNvSpPr/>
            <p:nvPr/>
          </p:nvSpPr>
          <p:spPr>
            <a:xfrm>
              <a:off x="12839700" y="7802100"/>
              <a:ext cx="3886200" cy="1249650"/>
            </a:xfrm>
            <a:prstGeom prst="roundRect">
              <a:avLst>
                <a:gd name="adj" fmla="val 22000"/>
              </a:avLst>
            </a:prstGeom>
            <a:solidFill>
              <a:srgbClr val="EFB9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4800" b="1">
                  <a:solidFill>
                    <a:srgbClr val="1B2233"/>
                  </a:solidFill>
                  <a:latin typeface="삼성긴고딕 Regular" panose="020B0600000101010101" pitchFamily="50" charset="-127"/>
                  <a:ea typeface="삼성긴고딕 Regular" panose="020B0600000101010101" pitchFamily="50" charset="-127"/>
                </a:rPr>
                <a:t>AI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Motion origin="layout" path="M 0 0.04 L 0 0 E" pathEditMode="relative">
                                      <p:cBhvr from="" to=""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3291840"/>
            <a:ext cx="1828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B2233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Noto Sans KR" pitchFamily="34" charset="-120"/>
              </a:rPr>
              <a:t>Q&amp;A</a:t>
            </a:r>
            <a:endParaRPr lang="en-US" sz="11000" dirty="0">
              <a:solidFill>
                <a:srgbClr val="1B2233"/>
              </a:solidFill>
              <a:latin typeface="삼성긴고딕 Regular" panose="020B0600000101010101" pitchFamily="50" charset="-12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0" y="5760720"/>
            <a:ext cx="1828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kern="0" spc="200" dirty="0">
                <a:solidFill>
                  <a:srgbClr val="3565D8"/>
                </a:solidFill>
                <a:latin typeface="삼성긴고딕 Regular" panose="020B0600000101010101" pitchFamily="50" charset="-127"/>
                <a:ea typeface="삼성긴고딕 Regular" panose="020B0600000101010101" pitchFamily="50" charset="-127"/>
                <a:cs typeface="IBM Plex Mono" pitchFamily="34" charset="-120"/>
              </a:rPr>
              <a:t>SSAFY 광주 1반 C105  ·  잔고예보</a:t>
            </a:r>
            <a:endParaRPr lang="en-US" sz="3000" dirty="0">
              <a:solidFill>
                <a:srgbClr val="3565D8"/>
              </a:solidFill>
              <a:latin typeface="삼성긴고딕 Regular" panose="020B0600000101010101" pitchFamily="50" charset="-127"/>
              <a:ea typeface="삼성긴고딕 Regular" panose="020B0600000101010101" pitchFamily="50" charset="-127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</TotalTime>
  <Words>3755</Words>
  <Application>Microsoft Office PowerPoint</Application>
  <PresentationFormat>사용자 지정</PresentationFormat>
  <Paragraphs>1128</Paragraphs>
  <Slides>55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1" baseType="lpstr">
      <vt:lpstr>맑은 고딕</vt:lpstr>
      <vt:lpstr>Arial</vt:lpstr>
      <vt:lpstr>삼성긴고딕 ExtraBold</vt:lpstr>
      <vt:lpstr>삼성긴고딕 Bold</vt:lpstr>
      <vt:lpstr>삼성긴고딕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잔고예보 최종 발표</dc:title>
  <dc:subject>PptxGenJS Presentation</dc:subject>
  <dc:creator>PptxGenJS</dc:creator>
  <cp:lastModifiedBy>SSAFY</cp:lastModifiedBy>
  <cp:revision>225</cp:revision>
  <dcterms:created xsi:type="dcterms:W3CDTF">2026-09-18T08:21:00Z</dcterms:created>
  <dcterms:modified xsi:type="dcterms:W3CDTF">2026-09-24T09:47:19Z</dcterms:modified>
</cp:coreProperties>
</file>